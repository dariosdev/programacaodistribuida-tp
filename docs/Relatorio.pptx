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69" r:id="rId2"/>
    <p:sldId id="257" r:id="rId3"/>
    <p:sldId id="258" r:id="rId4"/>
    <p:sldId id="270" r:id="rId5"/>
    <p:sldId id="271" r:id="rId6"/>
    <p:sldId id="282" r:id="rId7"/>
    <p:sldId id="293" r:id="rId8"/>
    <p:sldId id="294" r:id="rId9"/>
    <p:sldId id="295" r:id="rId10"/>
    <p:sldId id="286" r:id="rId11"/>
    <p:sldId id="261" r:id="rId12"/>
    <p:sldId id="296" r:id="rId13"/>
    <p:sldId id="297" r:id="rId14"/>
    <p:sldId id="262" r:id="rId15"/>
    <p:sldId id="272" r:id="rId16"/>
    <p:sldId id="264" r:id="rId17"/>
    <p:sldId id="275" r:id="rId18"/>
    <p:sldId id="276" r:id="rId19"/>
    <p:sldId id="277" r:id="rId20"/>
    <p:sldId id="266" r:id="rId21"/>
    <p:sldId id="290" r:id="rId22"/>
    <p:sldId id="278" r:id="rId23"/>
    <p:sldId id="279" r:id="rId24"/>
    <p:sldId id="280" r:id="rId25"/>
    <p:sldId id="267" r:id="rId26"/>
    <p:sldId id="299" r:id="rId27"/>
    <p:sldId id="305" r:id="rId28"/>
    <p:sldId id="307" r:id="rId29"/>
    <p:sldId id="306" r:id="rId30"/>
    <p:sldId id="268" r:id="rId31"/>
    <p:sldId id="30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02" autoAdjust="0"/>
  </p:normalViewPr>
  <p:slideViewPr>
    <p:cSldViewPr snapToGrid="0" snapToObjects="1">
      <p:cViewPr>
        <p:scale>
          <a:sx n="88" d="100"/>
          <a:sy n="88" d="100"/>
        </p:scale>
        <p:origin x="1306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5BC926-3685-44C8-B2BC-3470BBA21D3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C9BA640-ED0B-4A47-AD08-A1625E870028}">
      <dgm:prSet/>
      <dgm:spPr/>
      <dgm:t>
        <a:bodyPr/>
        <a:lstStyle/>
        <a:p>
          <a:r>
            <a:rPr lang="pt-PT" noProof="0" dirty="0"/>
            <a:t>Registo no Diretório</a:t>
          </a:r>
        </a:p>
      </dgm:t>
    </dgm:pt>
    <dgm:pt modelId="{305F3497-7E7C-4CD4-8574-ACCA9944C646}" type="parTrans" cxnId="{1D6AAF7D-0524-45D9-87A5-5A591887C49E}">
      <dgm:prSet/>
      <dgm:spPr/>
      <dgm:t>
        <a:bodyPr/>
        <a:lstStyle/>
        <a:p>
          <a:endParaRPr lang="en-US"/>
        </a:p>
      </dgm:t>
    </dgm:pt>
    <dgm:pt modelId="{1E5A4DA3-AAF7-466C-95A9-6C4DD51BD5FF}" type="sibTrans" cxnId="{1D6AAF7D-0524-45D9-87A5-5A591887C49E}">
      <dgm:prSet/>
      <dgm:spPr/>
      <dgm:t>
        <a:bodyPr/>
        <a:lstStyle/>
        <a:p>
          <a:endParaRPr lang="en-US"/>
        </a:p>
      </dgm:t>
    </dgm:pt>
    <dgm:pt modelId="{30279B62-3734-4247-92C3-9276566CBE38}">
      <dgm:prSet/>
      <dgm:spPr/>
      <dgm:t>
        <a:bodyPr/>
        <a:lstStyle/>
        <a:p>
          <a:r>
            <a:rPr lang="pt-PT" noProof="0" dirty="0"/>
            <a:t>Download inicial da BD (Secundário)</a:t>
          </a:r>
        </a:p>
      </dgm:t>
    </dgm:pt>
    <dgm:pt modelId="{70C9525C-1432-425B-A2D7-6E9224A47914}" type="parTrans" cxnId="{C36E3F8D-8842-4E07-9214-759BADD2E0EB}">
      <dgm:prSet/>
      <dgm:spPr/>
      <dgm:t>
        <a:bodyPr/>
        <a:lstStyle/>
        <a:p>
          <a:endParaRPr lang="en-US"/>
        </a:p>
      </dgm:t>
    </dgm:pt>
    <dgm:pt modelId="{D439F66D-595E-4B19-B132-9BCA69BD240D}" type="sibTrans" cxnId="{C36E3F8D-8842-4E07-9214-759BADD2E0EB}">
      <dgm:prSet/>
      <dgm:spPr/>
      <dgm:t>
        <a:bodyPr/>
        <a:lstStyle/>
        <a:p>
          <a:endParaRPr lang="en-US"/>
        </a:p>
      </dgm:t>
    </dgm:pt>
    <dgm:pt modelId="{501283E7-BE8A-49ED-BD74-A718F43A3F11}">
      <dgm:prSet/>
      <dgm:spPr/>
      <dgm:t>
        <a:bodyPr/>
        <a:lstStyle/>
        <a:p>
          <a:r>
            <a:rPr lang="pt-PT" noProof="0" dirty="0"/>
            <a:t>Heartbeats Multicast</a:t>
          </a:r>
        </a:p>
      </dgm:t>
    </dgm:pt>
    <dgm:pt modelId="{E0750F2A-A228-4E45-97AA-665F3C78BF13}" type="parTrans" cxnId="{FD88EA7A-74F4-4FC6-A92B-06B898F90020}">
      <dgm:prSet/>
      <dgm:spPr/>
      <dgm:t>
        <a:bodyPr/>
        <a:lstStyle/>
        <a:p>
          <a:endParaRPr lang="en-US"/>
        </a:p>
      </dgm:t>
    </dgm:pt>
    <dgm:pt modelId="{126634CE-384B-4236-AE6D-E2C2E1FE0B5C}" type="sibTrans" cxnId="{FD88EA7A-74F4-4FC6-A92B-06B898F90020}">
      <dgm:prSet/>
      <dgm:spPr/>
      <dgm:t>
        <a:bodyPr/>
        <a:lstStyle/>
        <a:p>
          <a:endParaRPr lang="en-US"/>
        </a:p>
      </dgm:t>
    </dgm:pt>
    <dgm:pt modelId="{A9412C77-D0B2-47C7-B8EE-D38380093616}">
      <dgm:prSet/>
      <dgm:spPr/>
      <dgm:t>
        <a:bodyPr/>
        <a:lstStyle/>
        <a:p>
          <a:r>
            <a:rPr lang="pt-PT" noProof="0" dirty="0"/>
            <a:t>Promoção automática em caso de falha</a:t>
          </a:r>
        </a:p>
      </dgm:t>
    </dgm:pt>
    <dgm:pt modelId="{BA18338F-A6F1-4F3C-9075-2E376251B0C4}" type="parTrans" cxnId="{4A6B8F94-F7A3-4071-9C27-771090E31846}">
      <dgm:prSet/>
      <dgm:spPr/>
      <dgm:t>
        <a:bodyPr/>
        <a:lstStyle/>
        <a:p>
          <a:endParaRPr lang="en-US"/>
        </a:p>
      </dgm:t>
    </dgm:pt>
    <dgm:pt modelId="{4A8EE34C-7925-4BB5-A582-C9EC4B70367A}" type="sibTrans" cxnId="{4A6B8F94-F7A3-4071-9C27-771090E31846}">
      <dgm:prSet/>
      <dgm:spPr/>
      <dgm:t>
        <a:bodyPr/>
        <a:lstStyle/>
        <a:p>
          <a:endParaRPr lang="en-US"/>
        </a:p>
      </dgm:t>
    </dgm:pt>
    <dgm:pt modelId="{566E2DBD-8CE5-4053-9A11-1BE05F9C67F2}">
      <dgm:prSet/>
      <dgm:spPr/>
      <dgm:t>
        <a:bodyPr/>
        <a:lstStyle/>
        <a:p>
          <a:r>
            <a:rPr lang="pt-PT" noProof="0" dirty="0"/>
            <a:t>Criação ou reutilização da BD (Primário)</a:t>
          </a:r>
        </a:p>
      </dgm:t>
    </dgm:pt>
    <dgm:pt modelId="{2726A6D4-E589-4EBD-BC7C-E63252F5F8FB}" type="parTrans" cxnId="{B577A932-D78E-4F24-BC08-DB515738E7CA}">
      <dgm:prSet/>
      <dgm:spPr/>
      <dgm:t>
        <a:bodyPr/>
        <a:lstStyle/>
        <a:p>
          <a:endParaRPr lang="en-US"/>
        </a:p>
      </dgm:t>
    </dgm:pt>
    <dgm:pt modelId="{E49F4B1C-EA2C-4F67-85C0-23D3633EB06A}" type="sibTrans" cxnId="{B577A932-D78E-4F24-BC08-DB515738E7CA}">
      <dgm:prSet/>
      <dgm:spPr/>
      <dgm:t>
        <a:bodyPr/>
        <a:lstStyle/>
        <a:p>
          <a:endParaRPr lang="en-US"/>
        </a:p>
      </dgm:t>
    </dgm:pt>
    <dgm:pt modelId="{E3E8BE9F-F19C-4E74-9B4F-08531F41BA9A}" type="pres">
      <dgm:prSet presAssocID="{E75BC926-3685-44C8-B2BC-3470BBA21D3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64D618-0D34-45D5-9A7E-4482E578852A}" type="pres">
      <dgm:prSet presAssocID="{5C9BA640-ED0B-4A47-AD08-A1625E870028}" presName="hierRoot1" presStyleCnt="0"/>
      <dgm:spPr/>
    </dgm:pt>
    <dgm:pt modelId="{1BECDE9D-04A1-495B-8F5D-7878334C07EE}" type="pres">
      <dgm:prSet presAssocID="{5C9BA640-ED0B-4A47-AD08-A1625E870028}" presName="composite" presStyleCnt="0"/>
      <dgm:spPr/>
    </dgm:pt>
    <dgm:pt modelId="{1EA3420F-BECA-490D-AA59-5335F6C114D7}" type="pres">
      <dgm:prSet presAssocID="{5C9BA640-ED0B-4A47-AD08-A1625E870028}" presName="background" presStyleLbl="node0" presStyleIdx="0" presStyleCnt="5"/>
      <dgm:spPr/>
    </dgm:pt>
    <dgm:pt modelId="{6413D30F-DF99-42A1-A725-A72C1321C873}" type="pres">
      <dgm:prSet presAssocID="{5C9BA640-ED0B-4A47-AD08-A1625E870028}" presName="text" presStyleLbl="fgAcc0" presStyleIdx="0" presStyleCnt="5">
        <dgm:presLayoutVars>
          <dgm:chPref val="3"/>
        </dgm:presLayoutVars>
      </dgm:prSet>
      <dgm:spPr/>
    </dgm:pt>
    <dgm:pt modelId="{3336CD6F-3C7D-4DF1-BE26-4DF9B40CE7A3}" type="pres">
      <dgm:prSet presAssocID="{5C9BA640-ED0B-4A47-AD08-A1625E870028}" presName="hierChild2" presStyleCnt="0"/>
      <dgm:spPr/>
    </dgm:pt>
    <dgm:pt modelId="{CE166EC9-BCBB-46E8-8034-207F52FC4FA3}" type="pres">
      <dgm:prSet presAssocID="{566E2DBD-8CE5-4053-9A11-1BE05F9C67F2}" presName="hierRoot1" presStyleCnt="0"/>
      <dgm:spPr/>
    </dgm:pt>
    <dgm:pt modelId="{18074ABE-317E-4517-8CD7-39483CF6732C}" type="pres">
      <dgm:prSet presAssocID="{566E2DBD-8CE5-4053-9A11-1BE05F9C67F2}" presName="composite" presStyleCnt="0"/>
      <dgm:spPr/>
    </dgm:pt>
    <dgm:pt modelId="{13584131-8236-4C13-B7E8-EF7406124001}" type="pres">
      <dgm:prSet presAssocID="{566E2DBD-8CE5-4053-9A11-1BE05F9C67F2}" presName="background" presStyleLbl="node0" presStyleIdx="1" presStyleCnt="5"/>
      <dgm:spPr/>
    </dgm:pt>
    <dgm:pt modelId="{9E2E1BF0-80B3-4457-BAF8-FBAE49A384D0}" type="pres">
      <dgm:prSet presAssocID="{566E2DBD-8CE5-4053-9A11-1BE05F9C67F2}" presName="text" presStyleLbl="fgAcc0" presStyleIdx="1" presStyleCnt="5">
        <dgm:presLayoutVars>
          <dgm:chPref val="3"/>
        </dgm:presLayoutVars>
      </dgm:prSet>
      <dgm:spPr/>
    </dgm:pt>
    <dgm:pt modelId="{672DD496-9F3C-4CCB-B987-961E9505AC04}" type="pres">
      <dgm:prSet presAssocID="{566E2DBD-8CE5-4053-9A11-1BE05F9C67F2}" presName="hierChild2" presStyleCnt="0"/>
      <dgm:spPr/>
    </dgm:pt>
    <dgm:pt modelId="{9DDE6C71-AF77-4341-9BF2-1D4791599362}" type="pres">
      <dgm:prSet presAssocID="{30279B62-3734-4247-92C3-9276566CBE38}" presName="hierRoot1" presStyleCnt="0"/>
      <dgm:spPr/>
    </dgm:pt>
    <dgm:pt modelId="{78BAA246-544F-4F2E-8ED6-32882D320C79}" type="pres">
      <dgm:prSet presAssocID="{30279B62-3734-4247-92C3-9276566CBE38}" presName="composite" presStyleCnt="0"/>
      <dgm:spPr/>
    </dgm:pt>
    <dgm:pt modelId="{731AE33A-51A3-4000-A9F0-E3D8EC16624A}" type="pres">
      <dgm:prSet presAssocID="{30279B62-3734-4247-92C3-9276566CBE38}" presName="background" presStyleLbl="node0" presStyleIdx="2" presStyleCnt="5"/>
      <dgm:spPr/>
    </dgm:pt>
    <dgm:pt modelId="{FB0F0C8C-EC76-493D-A27C-226252F506C5}" type="pres">
      <dgm:prSet presAssocID="{30279B62-3734-4247-92C3-9276566CBE38}" presName="text" presStyleLbl="fgAcc0" presStyleIdx="2" presStyleCnt="5">
        <dgm:presLayoutVars>
          <dgm:chPref val="3"/>
        </dgm:presLayoutVars>
      </dgm:prSet>
      <dgm:spPr/>
    </dgm:pt>
    <dgm:pt modelId="{D6422966-13FF-44EB-853B-01B6F295AE40}" type="pres">
      <dgm:prSet presAssocID="{30279B62-3734-4247-92C3-9276566CBE38}" presName="hierChild2" presStyleCnt="0"/>
      <dgm:spPr/>
    </dgm:pt>
    <dgm:pt modelId="{CEFC46C3-7718-47EB-9FDB-CAF9D2468CC7}" type="pres">
      <dgm:prSet presAssocID="{501283E7-BE8A-49ED-BD74-A718F43A3F11}" presName="hierRoot1" presStyleCnt="0"/>
      <dgm:spPr/>
    </dgm:pt>
    <dgm:pt modelId="{C1B3453E-F30F-42A3-9FBB-5D36FD72E473}" type="pres">
      <dgm:prSet presAssocID="{501283E7-BE8A-49ED-BD74-A718F43A3F11}" presName="composite" presStyleCnt="0"/>
      <dgm:spPr/>
    </dgm:pt>
    <dgm:pt modelId="{713F6B0E-56D8-4B87-9A8E-44765550E637}" type="pres">
      <dgm:prSet presAssocID="{501283E7-BE8A-49ED-BD74-A718F43A3F11}" presName="background" presStyleLbl="node0" presStyleIdx="3" presStyleCnt="5"/>
      <dgm:spPr/>
    </dgm:pt>
    <dgm:pt modelId="{DB2E2C00-45C1-4ACC-A12B-961D4E01E7EE}" type="pres">
      <dgm:prSet presAssocID="{501283E7-BE8A-49ED-BD74-A718F43A3F11}" presName="text" presStyleLbl="fgAcc0" presStyleIdx="3" presStyleCnt="5">
        <dgm:presLayoutVars>
          <dgm:chPref val="3"/>
        </dgm:presLayoutVars>
      </dgm:prSet>
      <dgm:spPr/>
    </dgm:pt>
    <dgm:pt modelId="{46C0DAC9-E595-4064-91FD-30572E1CEEE2}" type="pres">
      <dgm:prSet presAssocID="{501283E7-BE8A-49ED-BD74-A718F43A3F11}" presName="hierChild2" presStyleCnt="0"/>
      <dgm:spPr/>
    </dgm:pt>
    <dgm:pt modelId="{60579C12-50A3-4EF8-945F-C1415332DD01}" type="pres">
      <dgm:prSet presAssocID="{A9412C77-D0B2-47C7-B8EE-D38380093616}" presName="hierRoot1" presStyleCnt="0"/>
      <dgm:spPr/>
    </dgm:pt>
    <dgm:pt modelId="{719214A2-781A-4770-8366-FF7C2A1437E4}" type="pres">
      <dgm:prSet presAssocID="{A9412C77-D0B2-47C7-B8EE-D38380093616}" presName="composite" presStyleCnt="0"/>
      <dgm:spPr/>
    </dgm:pt>
    <dgm:pt modelId="{F13AD33A-96EC-4F32-9134-7205F7E90A7E}" type="pres">
      <dgm:prSet presAssocID="{A9412C77-D0B2-47C7-B8EE-D38380093616}" presName="background" presStyleLbl="node0" presStyleIdx="4" presStyleCnt="5"/>
      <dgm:spPr/>
    </dgm:pt>
    <dgm:pt modelId="{A8B0EB30-DF2F-4197-955C-4FBA54E3130A}" type="pres">
      <dgm:prSet presAssocID="{A9412C77-D0B2-47C7-B8EE-D38380093616}" presName="text" presStyleLbl="fgAcc0" presStyleIdx="4" presStyleCnt="5">
        <dgm:presLayoutVars>
          <dgm:chPref val="3"/>
        </dgm:presLayoutVars>
      </dgm:prSet>
      <dgm:spPr/>
    </dgm:pt>
    <dgm:pt modelId="{ED80F404-451C-47F7-B4A4-5862AED598AB}" type="pres">
      <dgm:prSet presAssocID="{A9412C77-D0B2-47C7-B8EE-D38380093616}" presName="hierChild2" presStyleCnt="0"/>
      <dgm:spPr/>
    </dgm:pt>
  </dgm:ptLst>
  <dgm:cxnLst>
    <dgm:cxn modelId="{52FF460A-4F1B-43E1-87DB-5EA1F677D14D}" type="presOf" srcId="{566E2DBD-8CE5-4053-9A11-1BE05F9C67F2}" destId="{9E2E1BF0-80B3-4457-BAF8-FBAE49A384D0}" srcOrd="0" destOrd="0" presId="urn:microsoft.com/office/officeart/2005/8/layout/hierarchy1"/>
    <dgm:cxn modelId="{6E0E3915-DFD7-4BEB-B3EB-1FE237AC175A}" type="presOf" srcId="{501283E7-BE8A-49ED-BD74-A718F43A3F11}" destId="{DB2E2C00-45C1-4ACC-A12B-961D4E01E7EE}" srcOrd="0" destOrd="0" presId="urn:microsoft.com/office/officeart/2005/8/layout/hierarchy1"/>
    <dgm:cxn modelId="{8FF32A32-E94C-4E0D-B552-E6012CF200E4}" type="presOf" srcId="{5C9BA640-ED0B-4A47-AD08-A1625E870028}" destId="{6413D30F-DF99-42A1-A725-A72C1321C873}" srcOrd="0" destOrd="0" presId="urn:microsoft.com/office/officeart/2005/8/layout/hierarchy1"/>
    <dgm:cxn modelId="{B577A932-D78E-4F24-BC08-DB515738E7CA}" srcId="{E75BC926-3685-44C8-B2BC-3470BBA21D3F}" destId="{566E2DBD-8CE5-4053-9A11-1BE05F9C67F2}" srcOrd="1" destOrd="0" parTransId="{2726A6D4-E589-4EBD-BC7C-E63252F5F8FB}" sibTransId="{E49F4B1C-EA2C-4F67-85C0-23D3633EB06A}"/>
    <dgm:cxn modelId="{6BE4E94F-8446-41A4-8E1F-02B47D201022}" type="presOf" srcId="{A9412C77-D0B2-47C7-B8EE-D38380093616}" destId="{A8B0EB30-DF2F-4197-955C-4FBA54E3130A}" srcOrd="0" destOrd="0" presId="urn:microsoft.com/office/officeart/2005/8/layout/hierarchy1"/>
    <dgm:cxn modelId="{B936FB56-ECAC-457C-99A9-C2A3D07A60C5}" type="presOf" srcId="{E75BC926-3685-44C8-B2BC-3470BBA21D3F}" destId="{E3E8BE9F-F19C-4E74-9B4F-08531F41BA9A}" srcOrd="0" destOrd="0" presId="urn:microsoft.com/office/officeart/2005/8/layout/hierarchy1"/>
    <dgm:cxn modelId="{FD88EA7A-74F4-4FC6-A92B-06B898F90020}" srcId="{E75BC926-3685-44C8-B2BC-3470BBA21D3F}" destId="{501283E7-BE8A-49ED-BD74-A718F43A3F11}" srcOrd="3" destOrd="0" parTransId="{E0750F2A-A228-4E45-97AA-665F3C78BF13}" sibTransId="{126634CE-384B-4236-AE6D-E2C2E1FE0B5C}"/>
    <dgm:cxn modelId="{1D6AAF7D-0524-45D9-87A5-5A591887C49E}" srcId="{E75BC926-3685-44C8-B2BC-3470BBA21D3F}" destId="{5C9BA640-ED0B-4A47-AD08-A1625E870028}" srcOrd="0" destOrd="0" parTransId="{305F3497-7E7C-4CD4-8574-ACCA9944C646}" sibTransId="{1E5A4DA3-AAF7-466C-95A9-6C4DD51BD5FF}"/>
    <dgm:cxn modelId="{74A0CB7E-335A-4490-83FB-FFAB89ABD26F}" type="presOf" srcId="{30279B62-3734-4247-92C3-9276566CBE38}" destId="{FB0F0C8C-EC76-493D-A27C-226252F506C5}" srcOrd="0" destOrd="0" presId="urn:microsoft.com/office/officeart/2005/8/layout/hierarchy1"/>
    <dgm:cxn modelId="{C36E3F8D-8842-4E07-9214-759BADD2E0EB}" srcId="{E75BC926-3685-44C8-B2BC-3470BBA21D3F}" destId="{30279B62-3734-4247-92C3-9276566CBE38}" srcOrd="2" destOrd="0" parTransId="{70C9525C-1432-425B-A2D7-6E9224A47914}" sibTransId="{D439F66D-595E-4B19-B132-9BCA69BD240D}"/>
    <dgm:cxn modelId="{4A6B8F94-F7A3-4071-9C27-771090E31846}" srcId="{E75BC926-3685-44C8-B2BC-3470BBA21D3F}" destId="{A9412C77-D0B2-47C7-B8EE-D38380093616}" srcOrd="4" destOrd="0" parTransId="{BA18338F-A6F1-4F3C-9075-2E376251B0C4}" sibTransId="{4A8EE34C-7925-4BB5-A582-C9EC4B70367A}"/>
    <dgm:cxn modelId="{BF5123A7-D69F-4633-92BC-AED7078E212F}" type="presParOf" srcId="{E3E8BE9F-F19C-4E74-9B4F-08531F41BA9A}" destId="{1D64D618-0D34-45D5-9A7E-4482E578852A}" srcOrd="0" destOrd="0" presId="urn:microsoft.com/office/officeart/2005/8/layout/hierarchy1"/>
    <dgm:cxn modelId="{052321E5-5E2B-452E-9324-29BA52789648}" type="presParOf" srcId="{1D64D618-0D34-45D5-9A7E-4482E578852A}" destId="{1BECDE9D-04A1-495B-8F5D-7878334C07EE}" srcOrd="0" destOrd="0" presId="urn:microsoft.com/office/officeart/2005/8/layout/hierarchy1"/>
    <dgm:cxn modelId="{0809CADC-2790-446A-B606-0E810D6AAF19}" type="presParOf" srcId="{1BECDE9D-04A1-495B-8F5D-7878334C07EE}" destId="{1EA3420F-BECA-490D-AA59-5335F6C114D7}" srcOrd="0" destOrd="0" presId="urn:microsoft.com/office/officeart/2005/8/layout/hierarchy1"/>
    <dgm:cxn modelId="{D109F6A9-7768-4E0D-B5B7-ECA6B4C5EF53}" type="presParOf" srcId="{1BECDE9D-04A1-495B-8F5D-7878334C07EE}" destId="{6413D30F-DF99-42A1-A725-A72C1321C873}" srcOrd="1" destOrd="0" presId="urn:microsoft.com/office/officeart/2005/8/layout/hierarchy1"/>
    <dgm:cxn modelId="{E20D4CB1-F04C-4A84-9219-9DA906A2AFDE}" type="presParOf" srcId="{1D64D618-0D34-45D5-9A7E-4482E578852A}" destId="{3336CD6F-3C7D-4DF1-BE26-4DF9B40CE7A3}" srcOrd="1" destOrd="0" presId="urn:microsoft.com/office/officeart/2005/8/layout/hierarchy1"/>
    <dgm:cxn modelId="{815F40CC-8D67-435B-B9DE-9732EB14E6AE}" type="presParOf" srcId="{E3E8BE9F-F19C-4E74-9B4F-08531F41BA9A}" destId="{CE166EC9-BCBB-46E8-8034-207F52FC4FA3}" srcOrd="1" destOrd="0" presId="urn:microsoft.com/office/officeart/2005/8/layout/hierarchy1"/>
    <dgm:cxn modelId="{0834F22B-6B26-43D9-B670-2933166555A8}" type="presParOf" srcId="{CE166EC9-BCBB-46E8-8034-207F52FC4FA3}" destId="{18074ABE-317E-4517-8CD7-39483CF6732C}" srcOrd="0" destOrd="0" presId="urn:microsoft.com/office/officeart/2005/8/layout/hierarchy1"/>
    <dgm:cxn modelId="{C89E7C8B-2EB0-4BFF-8C7B-ABB6FA23A9C0}" type="presParOf" srcId="{18074ABE-317E-4517-8CD7-39483CF6732C}" destId="{13584131-8236-4C13-B7E8-EF7406124001}" srcOrd="0" destOrd="0" presId="urn:microsoft.com/office/officeart/2005/8/layout/hierarchy1"/>
    <dgm:cxn modelId="{774B9788-24DB-433A-9537-E1B60B986222}" type="presParOf" srcId="{18074ABE-317E-4517-8CD7-39483CF6732C}" destId="{9E2E1BF0-80B3-4457-BAF8-FBAE49A384D0}" srcOrd="1" destOrd="0" presId="urn:microsoft.com/office/officeart/2005/8/layout/hierarchy1"/>
    <dgm:cxn modelId="{83B02525-71D8-4ADC-BDE3-47CE6A797922}" type="presParOf" srcId="{CE166EC9-BCBB-46E8-8034-207F52FC4FA3}" destId="{672DD496-9F3C-4CCB-B987-961E9505AC04}" srcOrd="1" destOrd="0" presId="urn:microsoft.com/office/officeart/2005/8/layout/hierarchy1"/>
    <dgm:cxn modelId="{B1ABFDFF-362E-4FDA-AA72-92146079445B}" type="presParOf" srcId="{E3E8BE9F-F19C-4E74-9B4F-08531F41BA9A}" destId="{9DDE6C71-AF77-4341-9BF2-1D4791599362}" srcOrd="2" destOrd="0" presId="urn:microsoft.com/office/officeart/2005/8/layout/hierarchy1"/>
    <dgm:cxn modelId="{B11CE73A-1DC8-4DB2-B929-C95DE5198BA7}" type="presParOf" srcId="{9DDE6C71-AF77-4341-9BF2-1D4791599362}" destId="{78BAA246-544F-4F2E-8ED6-32882D320C79}" srcOrd="0" destOrd="0" presId="urn:microsoft.com/office/officeart/2005/8/layout/hierarchy1"/>
    <dgm:cxn modelId="{56A1DB59-D555-41E5-B6E5-311679F2DA15}" type="presParOf" srcId="{78BAA246-544F-4F2E-8ED6-32882D320C79}" destId="{731AE33A-51A3-4000-A9F0-E3D8EC16624A}" srcOrd="0" destOrd="0" presId="urn:microsoft.com/office/officeart/2005/8/layout/hierarchy1"/>
    <dgm:cxn modelId="{56295A7B-5896-418B-A2E1-2ADB02C4AC11}" type="presParOf" srcId="{78BAA246-544F-4F2E-8ED6-32882D320C79}" destId="{FB0F0C8C-EC76-493D-A27C-226252F506C5}" srcOrd="1" destOrd="0" presId="urn:microsoft.com/office/officeart/2005/8/layout/hierarchy1"/>
    <dgm:cxn modelId="{7F319315-AA38-405F-B560-68ABA90E32E1}" type="presParOf" srcId="{9DDE6C71-AF77-4341-9BF2-1D4791599362}" destId="{D6422966-13FF-44EB-853B-01B6F295AE40}" srcOrd="1" destOrd="0" presId="urn:microsoft.com/office/officeart/2005/8/layout/hierarchy1"/>
    <dgm:cxn modelId="{FF8F7B0A-30C9-4ED1-B9D2-E7602CBF5B25}" type="presParOf" srcId="{E3E8BE9F-F19C-4E74-9B4F-08531F41BA9A}" destId="{CEFC46C3-7718-47EB-9FDB-CAF9D2468CC7}" srcOrd="3" destOrd="0" presId="urn:microsoft.com/office/officeart/2005/8/layout/hierarchy1"/>
    <dgm:cxn modelId="{7CC0BC1A-F974-4219-BE54-CBBBE29A1B35}" type="presParOf" srcId="{CEFC46C3-7718-47EB-9FDB-CAF9D2468CC7}" destId="{C1B3453E-F30F-42A3-9FBB-5D36FD72E473}" srcOrd="0" destOrd="0" presId="urn:microsoft.com/office/officeart/2005/8/layout/hierarchy1"/>
    <dgm:cxn modelId="{2E7C3F97-08CD-46BC-B965-D0711536FD39}" type="presParOf" srcId="{C1B3453E-F30F-42A3-9FBB-5D36FD72E473}" destId="{713F6B0E-56D8-4B87-9A8E-44765550E637}" srcOrd="0" destOrd="0" presId="urn:microsoft.com/office/officeart/2005/8/layout/hierarchy1"/>
    <dgm:cxn modelId="{EC5AE32A-B0BE-4F1F-8F8F-90918268243F}" type="presParOf" srcId="{C1B3453E-F30F-42A3-9FBB-5D36FD72E473}" destId="{DB2E2C00-45C1-4ACC-A12B-961D4E01E7EE}" srcOrd="1" destOrd="0" presId="urn:microsoft.com/office/officeart/2005/8/layout/hierarchy1"/>
    <dgm:cxn modelId="{9D46A7CC-E9BD-4179-9C78-475EEBF924DE}" type="presParOf" srcId="{CEFC46C3-7718-47EB-9FDB-CAF9D2468CC7}" destId="{46C0DAC9-E595-4064-91FD-30572E1CEEE2}" srcOrd="1" destOrd="0" presId="urn:microsoft.com/office/officeart/2005/8/layout/hierarchy1"/>
    <dgm:cxn modelId="{917187F8-3B8C-46A4-ACA7-D9899A002788}" type="presParOf" srcId="{E3E8BE9F-F19C-4E74-9B4F-08531F41BA9A}" destId="{60579C12-50A3-4EF8-945F-C1415332DD01}" srcOrd="4" destOrd="0" presId="urn:microsoft.com/office/officeart/2005/8/layout/hierarchy1"/>
    <dgm:cxn modelId="{7FB46F08-7EFA-4F18-917E-17821DBFCF45}" type="presParOf" srcId="{60579C12-50A3-4EF8-945F-C1415332DD01}" destId="{719214A2-781A-4770-8366-FF7C2A1437E4}" srcOrd="0" destOrd="0" presId="urn:microsoft.com/office/officeart/2005/8/layout/hierarchy1"/>
    <dgm:cxn modelId="{D959FE11-5701-49C3-AB01-444C181FE1DC}" type="presParOf" srcId="{719214A2-781A-4770-8366-FF7C2A1437E4}" destId="{F13AD33A-96EC-4F32-9134-7205F7E90A7E}" srcOrd="0" destOrd="0" presId="urn:microsoft.com/office/officeart/2005/8/layout/hierarchy1"/>
    <dgm:cxn modelId="{2A2C62B6-29E1-41DE-B5D4-8BCA707C1927}" type="presParOf" srcId="{719214A2-781A-4770-8366-FF7C2A1437E4}" destId="{A8B0EB30-DF2F-4197-955C-4FBA54E3130A}" srcOrd="1" destOrd="0" presId="urn:microsoft.com/office/officeart/2005/8/layout/hierarchy1"/>
    <dgm:cxn modelId="{755BCAEE-23E8-4800-8F7F-4F08F07A0174}" type="presParOf" srcId="{60579C12-50A3-4EF8-945F-C1415332DD01}" destId="{ED80F404-451C-47F7-B4A4-5862AED598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AED4A9-FAA3-4895-BF13-FC18ADA89011}" type="doc">
      <dgm:prSet loTypeId="urn:microsoft.com/office/officeart/2005/8/layout/bProcess3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D8548F4-A967-42BB-B687-0ABBBF0FB1A9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1. Registo no Serviço de Diretoria</a:t>
          </a:r>
          <a:endParaRPr lang="pt-PT" sz="1400" noProof="0" dirty="0"/>
        </a:p>
      </dgm:t>
    </dgm:pt>
    <dgm:pt modelId="{E29CF7AD-2636-466A-B386-ED19ABBD2E9A}" type="parTrans" cxnId="{62FE883E-B8DE-4E54-AB52-30DC0ACFD5CD}">
      <dgm:prSet/>
      <dgm:spPr/>
      <dgm:t>
        <a:bodyPr/>
        <a:lstStyle/>
        <a:p>
          <a:endParaRPr lang="en-US"/>
        </a:p>
      </dgm:t>
    </dgm:pt>
    <dgm:pt modelId="{D16DA678-2107-4C4B-B53E-F96304B27BEC}" type="sibTrans" cxnId="{62FE883E-B8DE-4E54-AB52-30DC0ACFD5CD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A74AD04D-A6C1-4B12-ADAF-7DBAEA2952A0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noProof="0" dirty="0"/>
            <a:t>Envia </a:t>
          </a:r>
          <a:r>
            <a:rPr lang="pt-PT" sz="1400" b="1" noProof="0" dirty="0"/>
            <a:t>REGISTER (UDP)</a:t>
          </a:r>
          <a:r>
            <a:rPr lang="pt-PT" sz="1400" noProof="0" dirty="0"/>
            <a:t>.</a:t>
          </a:r>
        </a:p>
      </dgm:t>
    </dgm:pt>
    <dgm:pt modelId="{8AEAF334-FCBE-4EBC-9BF9-C998ADEEA1C1}" type="parTrans" cxnId="{17B6E05B-B444-4D20-A80E-5AADC9CFE19B}">
      <dgm:prSet/>
      <dgm:spPr/>
      <dgm:t>
        <a:bodyPr/>
        <a:lstStyle/>
        <a:p>
          <a:endParaRPr lang="en-US"/>
        </a:p>
      </dgm:t>
    </dgm:pt>
    <dgm:pt modelId="{A7940190-E675-4F8F-BECB-0ACDF0C2AB28}" type="sibTrans" cxnId="{17B6E05B-B444-4D20-A80E-5AADC9CFE19B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8C9AFFBF-1817-4CC9-91E1-9C4EEE0B0C9D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noProof="0" dirty="0"/>
            <a:t>Recebe resposta com o </a:t>
          </a:r>
          <a:r>
            <a:rPr lang="pt-PT" sz="1400" b="1" noProof="0" dirty="0"/>
            <a:t>Servidor Primário atual</a:t>
          </a:r>
          <a:r>
            <a:rPr lang="pt-PT" sz="1400" noProof="0" dirty="0"/>
            <a:t> (o mais antigo registado).</a:t>
          </a:r>
        </a:p>
      </dgm:t>
    </dgm:pt>
    <dgm:pt modelId="{5BAD1230-A631-4CE6-9A0C-ACBDAB2278D1}" type="parTrans" cxnId="{55381C4C-5929-4D1D-8A6E-D8AAF0BD7503}">
      <dgm:prSet/>
      <dgm:spPr/>
      <dgm:t>
        <a:bodyPr/>
        <a:lstStyle/>
        <a:p>
          <a:endParaRPr lang="en-US"/>
        </a:p>
      </dgm:t>
    </dgm:pt>
    <dgm:pt modelId="{7CE6CAAB-15BA-4A97-87A5-2B5723EB79C8}" type="sibTrans" cxnId="{55381C4C-5929-4D1D-8A6E-D8AAF0BD7503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pPr algn="ctr"/>
          <a:endParaRPr lang="pt-PT" noProof="0" dirty="0"/>
        </a:p>
      </dgm:t>
    </dgm:pt>
    <dgm:pt modelId="{6F62953E-CD15-4C71-B70E-2D226B6685B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2. Determinação do Papel</a:t>
          </a:r>
          <a:endParaRPr lang="pt-PT" sz="1400" noProof="0" dirty="0"/>
        </a:p>
      </dgm:t>
    </dgm:pt>
    <dgm:pt modelId="{50BBDEFD-A7AD-4BF2-83EB-409DECF8DDCC}" type="parTrans" cxnId="{F622E46A-1041-43D6-9967-48F05627A939}">
      <dgm:prSet/>
      <dgm:spPr/>
      <dgm:t>
        <a:bodyPr/>
        <a:lstStyle/>
        <a:p>
          <a:endParaRPr lang="en-US"/>
        </a:p>
      </dgm:t>
    </dgm:pt>
    <dgm:pt modelId="{45470D98-A5CD-467B-86F2-65E1D78A5FC9}" type="sibTrans" cxnId="{F622E46A-1041-43D6-9967-48F05627A939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C141D7B0-CE5C-4C3E-A97E-FE40AAEDB043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Sou Primário?</a:t>
          </a:r>
          <a:r>
            <a:rPr lang="pt-PT" sz="1400" noProof="0" dirty="0"/>
            <a:t> Endereço da diretoria coincide → assumo atendimento.</a:t>
          </a:r>
        </a:p>
      </dgm:t>
    </dgm:pt>
    <dgm:pt modelId="{4B8914D1-7A70-4B6D-8171-B6B91DA556EE}" type="parTrans" cxnId="{E20E2810-4D2D-4743-ADF1-E55D597FBCAB}">
      <dgm:prSet/>
      <dgm:spPr/>
      <dgm:t>
        <a:bodyPr/>
        <a:lstStyle/>
        <a:p>
          <a:endParaRPr lang="en-US"/>
        </a:p>
      </dgm:t>
    </dgm:pt>
    <dgm:pt modelId="{6C830FB7-C91F-4200-989A-4AFF1B477729}" type="sibTrans" cxnId="{E20E2810-4D2D-4743-ADF1-E55D597FBCAB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4B0C7E3F-FDAD-4BD7-A507-203784F85A9E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Sou Secundário?</a:t>
          </a:r>
          <a:r>
            <a:rPr lang="pt-PT" sz="1400" noProof="0" dirty="0"/>
            <a:t> Outro servidor é o primário → configuro-me como backup.</a:t>
          </a:r>
        </a:p>
      </dgm:t>
    </dgm:pt>
    <dgm:pt modelId="{4702FE2A-3FFE-4CBC-B739-C895F4B0A6EA}" type="parTrans" cxnId="{51E0D615-73EF-4575-BF74-D8DA6B85354C}">
      <dgm:prSet/>
      <dgm:spPr/>
      <dgm:t>
        <a:bodyPr/>
        <a:lstStyle/>
        <a:p>
          <a:endParaRPr lang="en-US"/>
        </a:p>
      </dgm:t>
    </dgm:pt>
    <dgm:pt modelId="{91815BFB-8769-478B-B81A-01AACC641259}" type="sibTrans" cxnId="{51E0D615-73EF-4575-BF74-D8DA6B85354C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D4845EA8-D931-4698-B7EA-939B59B271BD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3. Base de Dados</a:t>
          </a:r>
          <a:endParaRPr lang="pt-PT" sz="1400" noProof="0" dirty="0"/>
        </a:p>
      </dgm:t>
    </dgm:pt>
    <dgm:pt modelId="{9AAA1DA2-5B32-404B-9B7D-A12B93BBD9AC}" type="parTrans" cxnId="{B55947F0-8C6E-4E51-B7DD-E377C8A99AA9}">
      <dgm:prSet/>
      <dgm:spPr/>
      <dgm:t>
        <a:bodyPr/>
        <a:lstStyle/>
        <a:p>
          <a:endParaRPr lang="en-US"/>
        </a:p>
      </dgm:t>
    </dgm:pt>
    <dgm:pt modelId="{1F5D52D5-6195-4499-B143-594C0F6BFAAE}" type="sibTrans" cxnId="{B55947F0-8C6E-4E51-B7DD-E377C8A99AA9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7DFA4DA2-4EB3-4594-B42C-EEFE527BB3B3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Primário:</a:t>
          </a:r>
          <a:r>
            <a:rPr lang="pt-PT" sz="1400" noProof="0" dirty="0"/>
            <a:t> cria BD (v0) se não existir; caso exista, carrega a mais recente.</a:t>
          </a:r>
        </a:p>
      </dgm:t>
    </dgm:pt>
    <dgm:pt modelId="{6EF8A02A-2399-4EEB-A49B-4758E59063A1}" type="parTrans" cxnId="{E76CD8F8-138F-405F-8CC7-9ED7AB3578D5}">
      <dgm:prSet/>
      <dgm:spPr/>
      <dgm:t>
        <a:bodyPr/>
        <a:lstStyle/>
        <a:p>
          <a:endParaRPr lang="en-US"/>
        </a:p>
      </dgm:t>
    </dgm:pt>
    <dgm:pt modelId="{1BC31641-8340-4BEA-9AE6-6DED339D092C}" type="sibTrans" cxnId="{E76CD8F8-138F-405F-8CC7-9ED7AB3578D5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24A86FAA-66CE-4145-9F42-7FDFD96BE9A7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b="1" noProof="0" dirty="0"/>
            <a:t>Secundário:</a:t>
          </a:r>
          <a:r>
            <a:rPr lang="pt-PT" noProof="0" dirty="0"/>
            <a:t> liga via </a:t>
          </a:r>
          <a:r>
            <a:rPr lang="pt-PT" b="1" noProof="0" dirty="0"/>
            <a:t>TCP ao Primário</a:t>
          </a:r>
          <a:r>
            <a:rPr lang="pt-PT" noProof="0" dirty="0"/>
            <a:t> e faz </a:t>
          </a:r>
          <a:r>
            <a:rPr lang="pt-PT" b="1" noProof="0" dirty="0"/>
            <a:t>download completo da BD</a:t>
          </a:r>
          <a:r>
            <a:rPr lang="pt-PT" noProof="0" dirty="0"/>
            <a:t> antes de iniciar.</a:t>
          </a:r>
        </a:p>
      </dgm:t>
    </dgm:pt>
    <dgm:pt modelId="{24DCA6B1-4FC2-4A8E-A8BC-CBB20FC69154}" type="parTrans" cxnId="{0266783C-3FFA-4136-8077-249CD2BA0395}">
      <dgm:prSet/>
      <dgm:spPr/>
      <dgm:t>
        <a:bodyPr/>
        <a:lstStyle/>
        <a:p>
          <a:endParaRPr lang="en-US"/>
        </a:p>
      </dgm:t>
    </dgm:pt>
    <dgm:pt modelId="{AA0D11AD-BE58-4CC8-AFA2-EE0DA50A3B30}" type="sibTrans" cxnId="{0266783C-3FFA-4136-8077-249CD2BA0395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C19EDF0A-D327-4474-8A62-E4B92BCE2051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4. Inicialização de Serviços Internos</a:t>
          </a:r>
          <a:endParaRPr lang="pt-PT" sz="1400" noProof="0" dirty="0"/>
        </a:p>
      </dgm:t>
    </dgm:pt>
    <dgm:pt modelId="{6D95AF2E-F244-4CFA-BC6A-BDCFA9709C48}" type="parTrans" cxnId="{97A9F725-4290-40BC-A6FB-451BDDCF4CF9}">
      <dgm:prSet/>
      <dgm:spPr/>
      <dgm:t>
        <a:bodyPr/>
        <a:lstStyle/>
        <a:p>
          <a:endParaRPr lang="en-US"/>
        </a:p>
      </dgm:t>
    </dgm:pt>
    <dgm:pt modelId="{3A2997F8-5A6D-4396-BD5B-87ADE9E61776}" type="sibTrans" cxnId="{97A9F725-4290-40BC-A6FB-451BDDCF4CF9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9C918F67-056C-4247-A24B-5D807118009D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noProof="0" dirty="0"/>
            <a:t>Abre a </a:t>
          </a:r>
          <a:r>
            <a:rPr lang="pt-PT" sz="1400" b="1" noProof="0" dirty="0" err="1"/>
            <a:t>Thread</a:t>
          </a:r>
          <a:r>
            <a:rPr lang="pt-PT" sz="1400" b="1" noProof="0" dirty="0"/>
            <a:t> Pool</a:t>
          </a:r>
          <a:r>
            <a:rPr lang="pt-PT" sz="1400" noProof="0" dirty="0"/>
            <a:t> para clientes TCP.</a:t>
          </a:r>
        </a:p>
      </dgm:t>
    </dgm:pt>
    <dgm:pt modelId="{4A8D6524-60FF-4278-9B39-033BF9AF51E7}" type="parTrans" cxnId="{83A6ED8D-8132-48CB-87F4-E41E735710DD}">
      <dgm:prSet/>
      <dgm:spPr/>
      <dgm:t>
        <a:bodyPr/>
        <a:lstStyle/>
        <a:p>
          <a:endParaRPr lang="en-US"/>
        </a:p>
      </dgm:t>
    </dgm:pt>
    <dgm:pt modelId="{FCC2CF32-C989-4BE6-9947-618131B6A105}" type="sibTrans" cxnId="{83A6ED8D-8132-48CB-87F4-E41E735710DD}">
      <dgm:prSet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noProof="0" dirty="0"/>
        </a:p>
      </dgm:t>
    </dgm:pt>
    <dgm:pt modelId="{0DCC3916-CB48-465E-BFD5-8DA89D4C6EE7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noProof="0" dirty="0"/>
            <a:t>Inicia o </a:t>
          </a:r>
          <a:r>
            <a:rPr lang="pt-PT" sz="1400" b="1" noProof="0" dirty="0" err="1"/>
            <a:t>HeartbeatManager</a:t>
          </a:r>
          <a:r>
            <a:rPr lang="pt-PT" sz="1400" noProof="0" dirty="0"/>
            <a:t> (Multicast + UDP).</a:t>
          </a:r>
        </a:p>
      </dgm:t>
    </dgm:pt>
    <dgm:pt modelId="{028E479F-AD32-4B96-86C1-77353076961A}" type="parTrans" cxnId="{1AEE4420-33BD-4493-B0C7-70C11A254B19}">
      <dgm:prSet/>
      <dgm:spPr/>
      <dgm:t>
        <a:bodyPr/>
        <a:lstStyle/>
        <a:p>
          <a:endParaRPr lang="en-US"/>
        </a:p>
      </dgm:t>
    </dgm:pt>
    <dgm:pt modelId="{099F4CFE-4FFA-48D9-8BA1-3FC0C42AD763}" type="sibTrans" cxnId="{1AEE4420-33BD-4493-B0C7-70C11A254B19}">
      <dgm:prSet/>
      <dgm:spPr/>
      <dgm:t>
        <a:bodyPr/>
        <a:lstStyle/>
        <a:p>
          <a:endParaRPr lang="en-US"/>
        </a:p>
      </dgm:t>
    </dgm:pt>
    <dgm:pt modelId="{27D74537-C5B1-4604-A536-2DC0FCC19B1F}" type="pres">
      <dgm:prSet presAssocID="{77AED4A9-FAA3-4895-BF13-FC18ADA89011}" presName="Name0" presStyleCnt="0">
        <dgm:presLayoutVars>
          <dgm:dir/>
          <dgm:resizeHandles val="exact"/>
        </dgm:presLayoutVars>
      </dgm:prSet>
      <dgm:spPr/>
    </dgm:pt>
    <dgm:pt modelId="{13EEBD6A-2982-4A38-942B-F298BA31C46B}" type="pres">
      <dgm:prSet presAssocID="{AD8548F4-A967-42BB-B687-0ABBBF0FB1A9}" presName="node" presStyleLbl="node1" presStyleIdx="0" presStyleCnt="12">
        <dgm:presLayoutVars>
          <dgm:bulletEnabled val="1"/>
        </dgm:presLayoutVars>
      </dgm:prSet>
      <dgm:spPr/>
    </dgm:pt>
    <dgm:pt modelId="{DEA17844-C340-42E1-AA30-50F77FB5EFFB}" type="pres">
      <dgm:prSet presAssocID="{D16DA678-2107-4C4B-B53E-F96304B27BEC}" presName="sibTrans" presStyleLbl="sibTrans1D1" presStyleIdx="0" presStyleCnt="11"/>
      <dgm:spPr/>
    </dgm:pt>
    <dgm:pt modelId="{F951152A-6B85-475C-B527-18F190275B78}" type="pres">
      <dgm:prSet presAssocID="{D16DA678-2107-4C4B-B53E-F96304B27BEC}" presName="connectorText" presStyleLbl="sibTrans1D1" presStyleIdx="0" presStyleCnt="11"/>
      <dgm:spPr/>
    </dgm:pt>
    <dgm:pt modelId="{AB867AAA-095A-466C-A31F-CCEF218374AF}" type="pres">
      <dgm:prSet presAssocID="{A74AD04D-A6C1-4B12-ADAF-7DBAEA2952A0}" presName="node" presStyleLbl="node1" presStyleIdx="1" presStyleCnt="12">
        <dgm:presLayoutVars>
          <dgm:bulletEnabled val="1"/>
        </dgm:presLayoutVars>
      </dgm:prSet>
      <dgm:spPr/>
    </dgm:pt>
    <dgm:pt modelId="{5F73591A-EF41-4518-819B-370932E33D07}" type="pres">
      <dgm:prSet presAssocID="{A7940190-E675-4F8F-BECB-0ACDF0C2AB28}" presName="sibTrans" presStyleLbl="sibTrans1D1" presStyleIdx="1" presStyleCnt="11"/>
      <dgm:spPr/>
    </dgm:pt>
    <dgm:pt modelId="{33CF2C30-20F5-4A0F-A6F5-D06BCE27A5F2}" type="pres">
      <dgm:prSet presAssocID="{A7940190-E675-4F8F-BECB-0ACDF0C2AB28}" presName="connectorText" presStyleLbl="sibTrans1D1" presStyleIdx="1" presStyleCnt="11"/>
      <dgm:spPr/>
    </dgm:pt>
    <dgm:pt modelId="{77C78C4B-9591-4774-8648-D068D07BF39A}" type="pres">
      <dgm:prSet presAssocID="{8C9AFFBF-1817-4CC9-91E1-9C4EEE0B0C9D}" presName="node" presStyleLbl="node1" presStyleIdx="2" presStyleCnt="12">
        <dgm:presLayoutVars>
          <dgm:bulletEnabled val="1"/>
        </dgm:presLayoutVars>
      </dgm:prSet>
      <dgm:spPr/>
    </dgm:pt>
    <dgm:pt modelId="{61CDE6DD-32DF-4207-B534-C8EFC314AB7C}" type="pres">
      <dgm:prSet presAssocID="{7CE6CAAB-15BA-4A97-87A5-2B5723EB79C8}" presName="sibTrans" presStyleLbl="sibTrans1D1" presStyleIdx="2" presStyleCnt="11"/>
      <dgm:spPr/>
    </dgm:pt>
    <dgm:pt modelId="{B9F353E9-81ED-433C-AAFD-F788023D38DD}" type="pres">
      <dgm:prSet presAssocID="{7CE6CAAB-15BA-4A97-87A5-2B5723EB79C8}" presName="connectorText" presStyleLbl="sibTrans1D1" presStyleIdx="2" presStyleCnt="11"/>
      <dgm:spPr/>
    </dgm:pt>
    <dgm:pt modelId="{9C4EF944-465C-443E-B316-BE37784EC19C}" type="pres">
      <dgm:prSet presAssocID="{6F62953E-CD15-4C71-B70E-2D226B6685BA}" presName="node" presStyleLbl="node1" presStyleIdx="3" presStyleCnt="12">
        <dgm:presLayoutVars>
          <dgm:bulletEnabled val="1"/>
        </dgm:presLayoutVars>
      </dgm:prSet>
      <dgm:spPr/>
    </dgm:pt>
    <dgm:pt modelId="{09FBD5C1-BE8C-473C-AEB7-5987F03DE5DB}" type="pres">
      <dgm:prSet presAssocID="{45470D98-A5CD-467B-86F2-65E1D78A5FC9}" presName="sibTrans" presStyleLbl="sibTrans1D1" presStyleIdx="3" presStyleCnt="11"/>
      <dgm:spPr/>
    </dgm:pt>
    <dgm:pt modelId="{7BE688B4-617B-44A2-94B4-F6481445A485}" type="pres">
      <dgm:prSet presAssocID="{45470D98-A5CD-467B-86F2-65E1D78A5FC9}" presName="connectorText" presStyleLbl="sibTrans1D1" presStyleIdx="3" presStyleCnt="11"/>
      <dgm:spPr/>
    </dgm:pt>
    <dgm:pt modelId="{89836C33-FB93-48BA-B7C7-1772941A088A}" type="pres">
      <dgm:prSet presAssocID="{C141D7B0-CE5C-4C3E-A97E-FE40AAEDB043}" presName="node" presStyleLbl="node1" presStyleIdx="4" presStyleCnt="12">
        <dgm:presLayoutVars>
          <dgm:bulletEnabled val="1"/>
        </dgm:presLayoutVars>
      </dgm:prSet>
      <dgm:spPr/>
    </dgm:pt>
    <dgm:pt modelId="{0F307B46-44BF-4C8A-9801-39666CFE72F7}" type="pres">
      <dgm:prSet presAssocID="{6C830FB7-C91F-4200-989A-4AFF1B477729}" presName="sibTrans" presStyleLbl="sibTrans1D1" presStyleIdx="4" presStyleCnt="11"/>
      <dgm:spPr/>
    </dgm:pt>
    <dgm:pt modelId="{18B6BC56-45A7-4301-995F-E97D93CCCAE7}" type="pres">
      <dgm:prSet presAssocID="{6C830FB7-C91F-4200-989A-4AFF1B477729}" presName="connectorText" presStyleLbl="sibTrans1D1" presStyleIdx="4" presStyleCnt="11"/>
      <dgm:spPr/>
    </dgm:pt>
    <dgm:pt modelId="{C03DDFE3-B922-4C50-9542-56E4D6BFE2CB}" type="pres">
      <dgm:prSet presAssocID="{4B0C7E3F-FDAD-4BD7-A507-203784F85A9E}" presName="node" presStyleLbl="node1" presStyleIdx="5" presStyleCnt="12">
        <dgm:presLayoutVars>
          <dgm:bulletEnabled val="1"/>
        </dgm:presLayoutVars>
      </dgm:prSet>
      <dgm:spPr/>
    </dgm:pt>
    <dgm:pt modelId="{A72B2D1A-F7FE-4A89-B040-379ADCBABD4C}" type="pres">
      <dgm:prSet presAssocID="{91815BFB-8769-478B-B81A-01AACC641259}" presName="sibTrans" presStyleLbl="sibTrans1D1" presStyleIdx="5" presStyleCnt="11"/>
      <dgm:spPr/>
    </dgm:pt>
    <dgm:pt modelId="{E85154C1-228C-4219-909B-687FFA6706F3}" type="pres">
      <dgm:prSet presAssocID="{91815BFB-8769-478B-B81A-01AACC641259}" presName="connectorText" presStyleLbl="sibTrans1D1" presStyleIdx="5" presStyleCnt="11"/>
      <dgm:spPr/>
    </dgm:pt>
    <dgm:pt modelId="{ADAECCE1-D995-4828-8CC4-4FFA62EB43F1}" type="pres">
      <dgm:prSet presAssocID="{D4845EA8-D931-4698-B7EA-939B59B271BD}" presName="node" presStyleLbl="node1" presStyleIdx="6" presStyleCnt="12">
        <dgm:presLayoutVars>
          <dgm:bulletEnabled val="1"/>
        </dgm:presLayoutVars>
      </dgm:prSet>
      <dgm:spPr/>
    </dgm:pt>
    <dgm:pt modelId="{1AF32A15-AB40-43A0-8EB1-8BF21E1A09FB}" type="pres">
      <dgm:prSet presAssocID="{1F5D52D5-6195-4499-B143-594C0F6BFAAE}" presName="sibTrans" presStyleLbl="sibTrans1D1" presStyleIdx="6" presStyleCnt="11"/>
      <dgm:spPr/>
    </dgm:pt>
    <dgm:pt modelId="{6529A3B6-97A9-48E7-8DCD-9142E47E4535}" type="pres">
      <dgm:prSet presAssocID="{1F5D52D5-6195-4499-B143-594C0F6BFAAE}" presName="connectorText" presStyleLbl="sibTrans1D1" presStyleIdx="6" presStyleCnt="11"/>
      <dgm:spPr/>
    </dgm:pt>
    <dgm:pt modelId="{9328D029-E5CC-444B-9478-78C21667B095}" type="pres">
      <dgm:prSet presAssocID="{7DFA4DA2-4EB3-4594-B42C-EEFE527BB3B3}" presName="node" presStyleLbl="node1" presStyleIdx="7" presStyleCnt="12">
        <dgm:presLayoutVars>
          <dgm:bulletEnabled val="1"/>
        </dgm:presLayoutVars>
      </dgm:prSet>
      <dgm:spPr/>
    </dgm:pt>
    <dgm:pt modelId="{4CE01D62-73F4-403E-8A78-42570305D97D}" type="pres">
      <dgm:prSet presAssocID="{1BC31641-8340-4BEA-9AE6-6DED339D092C}" presName="sibTrans" presStyleLbl="sibTrans1D1" presStyleIdx="7" presStyleCnt="11"/>
      <dgm:spPr/>
    </dgm:pt>
    <dgm:pt modelId="{86FD2D97-6F80-4E62-AA35-9840E3846CF8}" type="pres">
      <dgm:prSet presAssocID="{1BC31641-8340-4BEA-9AE6-6DED339D092C}" presName="connectorText" presStyleLbl="sibTrans1D1" presStyleIdx="7" presStyleCnt="11"/>
      <dgm:spPr/>
    </dgm:pt>
    <dgm:pt modelId="{CBC9859C-0CE8-42A1-BB42-5BF3F8A02ED5}" type="pres">
      <dgm:prSet presAssocID="{24A86FAA-66CE-4145-9F42-7FDFD96BE9A7}" presName="node" presStyleLbl="node1" presStyleIdx="8" presStyleCnt="12">
        <dgm:presLayoutVars>
          <dgm:bulletEnabled val="1"/>
        </dgm:presLayoutVars>
      </dgm:prSet>
      <dgm:spPr/>
    </dgm:pt>
    <dgm:pt modelId="{DEFBF390-6642-42E2-B3E7-10921D28C46E}" type="pres">
      <dgm:prSet presAssocID="{AA0D11AD-BE58-4CC8-AFA2-EE0DA50A3B30}" presName="sibTrans" presStyleLbl="sibTrans1D1" presStyleIdx="8" presStyleCnt="11"/>
      <dgm:spPr/>
    </dgm:pt>
    <dgm:pt modelId="{421FBA90-E463-4325-B551-C32361703093}" type="pres">
      <dgm:prSet presAssocID="{AA0D11AD-BE58-4CC8-AFA2-EE0DA50A3B30}" presName="connectorText" presStyleLbl="sibTrans1D1" presStyleIdx="8" presStyleCnt="11"/>
      <dgm:spPr/>
    </dgm:pt>
    <dgm:pt modelId="{3046AF1C-F893-4E53-A505-31062F981D1C}" type="pres">
      <dgm:prSet presAssocID="{C19EDF0A-D327-4474-8A62-E4B92BCE2051}" presName="node" presStyleLbl="node1" presStyleIdx="9" presStyleCnt="12">
        <dgm:presLayoutVars>
          <dgm:bulletEnabled val="1"/>
        </dgm:presLayoutVars>
      </dgm:prSet>
      <dgm:spPr/>
    </dgm:pt>
    <dgm:pt modelId="{D2B240B6-C6E0-413F-8966-DA338408FCBD}" type="pres">
      <dgm:prSet presAssocID="{3A2997F8-5A6D-4396-BD5B-87ADE9E61776}" presName="sibTrans" presStyleLbl="sibTrans1D1" presStyleIdx="9" presStyleCnt="11"/>
      <dgm:spPr/>
    </dgm:pt>
    <dgm:pt modelId="{4F9B84B1-5B10-4793-B68A-4389E5139D39}" type="pres">
      <dgm:prSet presAssocID="{3A2997F8-5A6D-4396-BD5B-87ADE9E61776}" presName="connectorText" presStyleLbl="sibTrans1D1" presStyleIdx="9" presStyleCnt="11"/>
      <dgm:spPr/>
    </dgm:pt>
    <dgm:pt modelId="{33CF740C-7C4F-40BC-9F2B-6EF84B130F8C}" type="pres">
      <dgm:prSet presAssocID="{9C918F67-056C-4247-A24B-5D807118009D}" presName="node" presStyleLbl="node1" presStyleIdx="10" presStyleCnt="12">
        <dgm:presLayoutVars>
          <dgm:bulletEnabled val="1"/>
        </dgm:presLayoutVars>
      </dgm:prSet>
      <dgm:spPr/>
    </dgm:pt>
    <dgm:pt modelId="{A588AFA2-27C6-4E0A-A64A-5A137C63868F}" type="pres">
      <dgm:prSet presAssocID="{FCC2CF32-C989-4BE6-9947-618131B6A105}" presName="sibTrans" presStyleLbl="sibTrans1D1" presStyleIdx="10" presStyleCnt="11"/>
      <dgm:spPr/>
    </dgm:pt>
    <dgm:pt modelId="{A6C7A81C-7D7A-43CF-9649-63438FA47243}" type="pres">
      <dgm:prSet presAssocID="{FCC2CF32-C989-4BE6-9947-618131B6A105}" presName="connectorText" presStyleLbl="sibTrans1D1" presStyleIdx="10" presStyleCnt="11"/>
      <dgm:spPr/>
    </dgm:pt>
    <dgm:pt modelId="{33F30484-DD00-4849-9C41-276691B9F428}" type="pres">
      <dgm:prSet presAssocID="{0DCC3916-CB48-465E-BFD5-8DA89D4C6EE7}" presName="node" presStyleLbl="node1" presStyleIdx="11" presStyleCnt="12">
        <dgm:presLayoutVars>
          <dgm:bulletEnabled val="1"/>
        </dgm:presLayoutVars>
      </dgm:prSet>
      <dgm:spPr/>
    </dgm:pt>
  </dgm:ptLst>
  <dgm:cxnLst>
    <dgm:cxn modelId="{F245EF0D-CEC6-4F12-9DBB-3423A557D442}" type="presOf" srcId="{A74AD04D-A6C1-4B12-ADAF-7DBAEA2952A0}" destId="{AB867AAA-095A-466C-A31F-CCEF218374AF}" srcOrd="0" destOrd="0" presId="urn:microsoft.com/office/officeart/2005/8/layout/bProcess3"/>
    <dgm:cxn modelId="{C4D1AD0F-F7F9-4DC7-AA5B-2E3B145305FF}" type="presOf" srcId="{A7940190-E675-4F8F-BECB-0ACDF0C2AB28}" destId="{33CF2C30-20F5-4A0F-A6F5-D06BCE27A5F2}" srcOrd="1" destOrd="0" presId="urn:microsoft.com/office/officeart/2005/8/layout/bProcess3"/>
    <dgm:cxn modelId="{E20E2810-4D2D-4743-ADF1-E55D597FBCAB}" srcId="{77AED4A9-FAA3-4895-BF13-FC18ADA89011}" destId="{C141D7B0-CE5C-4C3E-A97E-FE40AAEDB043}" srcOrd="4" destOrd="0" parTransId="{4B8914D1-7A70-4B6D-8171-B6B91DA556EE}" sibTransId="{6C830FB7-C91F-4200-989A-4AFF1B477729}"/>
    <dgm:cxn modelId="{94A00611-0CB5-4414-9611-3DD0B56ACBD1}" type="presOf" srcId="{1BC31641-8340-4BEA-9AE6-6DED339D092C}" destId="{86FD2D97-6F80-4E62-AA35-9840E3846CF8}" srcOrd="1" destOrd="0" presId="urn:microsoft.com/office/officeart/2005/8/layout/bProcess3"/>
    <dgm:cxn modelId="{40BEB911-8546-4575-A777-56A64DB929C8}" type="presOf" srcId="{1BC31641-8340-4BEA-9AE6-6DED339D092C}" destId="{4CE01D62-73F4-403E-8A78-42570305D97D}" srcOrd="0" destOrd="0" presId="urn:microsoft.com/office/officeart/2005/8/layout/bProcess3"/>
    <dgm:cxn modelId="{B9530C14-8254-4B9C-B8E1-6EED6E6FC31D}" type="presOf" srcId="{0DCC3916-CB48-465E-BFD5-8DA89D4C6EE7}" destId="{33F30484-DD00-4849-9C41-276691B9F428}" srcOrd="0" destOrd="0" presId="urn:microsoft.com/office/officeart/2005/8/layout/bProcess3"/>
    <dgm:cxn modelId="{51E0D615-73EF-4575-BF74-D8DA6B85354C}" srcId="{77AED4A9-FAA3-4895-BF13-FC18ADA89011}" destId="{4B0C7E3F-FDAD-4BD7-A507-203784F85A9E}" srcOrd="5" destOrd="0" parTransId="{4702FE2A-3FFE-4CBC-B739-C895F4B0A6EA}" sibTransId="{91815BFB-8769-478B-B81A-01AACC641259}"/>
    <dgm:cxn modelId="{1AEE4420-33BD-4493-B0C7-70C11A254B19}" srcId="{77AED4A9-FAA3-4895-BF13-FC18ADA89011}" destId="{0DCC3916-CB48-465E-BFD5-8DA89D4C6EE7}" srcOrd="11" destOrd="0" parTransId="{028E479F-AD32-4B96-86C1-77353076961A}" sibTransId="{099F4CFE-4FFA-48D9-8BA1-3FC0C42AD763}"/>
    <dgm:cxn modelId="{AD29FC23-1615-4FD0-B8BE-1EC4C27E9A7A}" type="presOf" srcId="{FCC2CF32-C989-4BE6-9947-618131B6A105}" destId="{A6C7A81C-7D7A-43CF-9649-63438FA47243}" srcOrd="1" destOrd="0" presId="urn:microsoft.com/office/officeart/2005/8/layout/bProcess3"/>
    <dgm:cxn modelId="{0314E024-070D-4F9A-B074-0BAD110A4B65}" type="presOf" srcId="{3A2997F8-5A6D-4396-BD5B-87ADE9E61776}" destId="{D2B240B6-C6E0-413F-8966-DA338408FCBD}" srcOrd="0" destOrd="0" presId="urn:microsoft.com/office/officeart/2005/8/layout/bProcess3"/>
    <dgm:cxn modelId="{97A9F725-4290-40BC-A6FB-451BDDCF4CF9}" srcId="{77AED4A9-FAA3-4895-BF13-FC18ADA89011}" destId="{C19EDF0A-D327-4474-8A62-E4B92BCE2051}" srcOrd="9" destOrd="0" parTransId="{6D95AF2E-F244-4CFA-BC6A-BDCFA9709C48}" sibTransId="{3A2997F8-5A6D-4396-BD5B-87ADE9E61776}"/>
    <dgm:cxn modelId="{CDD63B2A-E7B3-45F2-89D0-398F83957003}" type="presOf" srcId="{AD8548F4-A967-42BB-B687-0ABBBF0FB1A9}" destId="{13EEBD6A-2982-4A38-942B-F298BA31C46B}" srcOrd="0" destOrd="0" presId="urn:microsoft.com/office/officeart/2005/8/layout/bProcess3"/>
    <dgm:cxn modelId="{1726772C-6EBA-4BEF-B254-CD7E5F02D3C8}" type="presOf" srcId="{45470D98-A5CD-467B-86F2-65E1D78A5FC9}" destId="{09FBD5C1-BE8C-473C-AEB7-5987F03DE5DB}" srcOrd="0" destOrd="0" presId="urn:microsoft.com/office/officeart/2005/8/layout/bProcess3"/>
    <dgm:cxn modelId="{93F7EF35-DF98-4872-96D9-66A8CA05A60A}" type="presOf" srcId="{9C918F67-056C-4247-A24B-5D807118009D}" destId="{33CF740C-7C4F-40BC-9F2B-6EF84B130F8C}" srcOrd="0" destOrd="0" presId="urn:microsoft.com/office/officeart/2005/8/layout/bProcess3"/>
    <dgm:cxn modelId="{0266783C-3FFA-4136-8077-249CD2BA0395}" srcId="{77AED4A9-FAA3-4895-BF13-FC18ADA89011}" destId="{24A86FAA-66CE-4145-9F42-7FDFD96BE9A7}" srcOrd="8" destOrd="0" parTransId="{24DCA6B1-4FC2-4A8E-A8BC-CBB20FC69154}" sibTransId="{AA0D11AD-BE58-4CC8-AFA2-EE0DA50A3B30}"/>
    <dgm:cxn modelId="{62FE883E-B8DE-4E54-AB52-30DC0ACFD5CD}" srcId="{77AED4A9-FAA3-4895-BF13-FC18ADA89011}" destId="{AD8548F4-A967-42BB-B687-0ABBBF0FB1A9}" srcOrd="0" destOrd="0" parTransId="{E29CF7AD-2636-466A-B386-ED19ABBD2E9A}" sibTransId="{D16DA678-2107-4C4B-B53E-F96304B27BEC}"/>
    <dgm:cxn modelId="{17B6E05B-B444-4D20-A80E-5AADC9CFE19B}" srcId="{77AED4A9-FAA3-4895-BF13-FC18ADA89011}" destId="{A74AD04D-A6C1-4B12-ADAF-7DBAEA2952A0}" srcOrd="1" destOrd="0" parTransId="{8AEAF334-FCBE-4EBC-9BF9-C998ADEEA1C1}" sibTransId="{A7940190-E675-4F8F-BECB-0ACDF0C2AB28}"/>
    <dgm:cxn modelId="{82E66941-F4BA-4C19-8682-34135A272BE2}" type="presOf" srcId="{A7940190-E675-4F8F-BECB-0ACDF0C2AB28}" destId="{5F73591A-EF41-4518-819B-370932E33D07}" srcOrd="0" destOrd="0" presId="urn:microsoft.com/office/officeart/2005/8/layout/bProcess3"/>
    <dgm:cxn modelId="{AC26AC63-9EE5-48EB-80B8-8C2D3463A4FD}" type="presOf" srcId="{FCC2CF32-C989-4BE6-9947-618131B6A105}" destId="{A588AFA2-27C6-4E0A-A64A-5A137C63868F}" srcOrd="0" destOrd="0" presId="urn:microsoft.com/office/officeart/2005/8/layout/bProcess3"/>
    <dgm:cxn modelId="{8CC38E64-4BDC-418B-B700-91382B312E83}" type="presOf" srcId="{D16DA678-2107-4C4B-B53E-F96304B27BEC}" destId="{DEA17844-C340-42E1-AA30-50F77FB5EFFB}" srcOrd="0" destOrd="0" presId="urn:microsoft.com/office/officeart/2005/8/layout/bProcess3"/>
    <dgm:cxn modelId="{BD206167-BDDB-48F0-9C34-FA78E755D414}" type="presOf" srcId="{4B0C7E3F-FDAD-4BD7-A507-203784F85A9E}" destId="{C03DDFE3-B922-4C50-9542-56E4D6BFE2CB}" srcOrd="0" destOrd="0" presId="urn:microsoft.com/office/officeart/2005/8/layout/bProcess3"/>
    <dgm:cxn modelId="{4769E848-6190-4CBD-9948-13D590A321CD}" type="presOf" srcId="{AA0D11AD-BE58-4CC8-AFA2-EE0DA50A3B30}" destId="{421FBA90-E463-4325-B551-C32361703093}" srcOrd="1" destOrd="0" presId="urn:microsoft.com/office/officeart/2005/8/layout/bProcess3"/>
    <dgm:cxn modelId="{61D9026A-9C63-4B47-8C44-4EEE7A8F693B}" type="presOf" srcId="{7CE6CAAB-15BA-4A97-87A5-2B5723EB79C8}" destId="{61CDE6DD-32DF-4207-B534-C8EFC314AB7C}" srcOrd="0" destOrd="0" presId="urn:microsoft.com/office/officeart/2005/8/layout/bProcess3"/>
    <dgm:cxn modelId="{9A19276A-33F5-4D81-A798-68CE181ACEBF}" type="presOf" srcId="{D4845EA8-D931-4698-B7EA-939B59B271BD}" destId="{ADAECCE1-D995-4828-8CC4-4FFA62EB43F1}" srcOrd="0" destOrd="0" presId="urn:microsoft.com/office/officeart/2005/8/layout/bProcess3"/>
    <dgm:cxn modelId="{F622E46A-1041-43D6-9967-48F05627A939}" srcId="{77AED4A9-FAA3-4895-BF13-FC18ADA89011}" destId="{6F62953E-CD15-4C71-B70E-2D226B6685BA}" srcOrd="3" destOrd="0" parTransId="{50BBDEFD-A7AD-4BF2-83EB-409DECF8DDCC}" sibTransId="{45470D98-A5CD-467B-86F2-65E1D78A5FC9}"/>
    <dgm:cxn modelId="{DF45E84A-E9EA-4F1A-8A3C-EF176C609FBD}" type="presOf" srcId="{6C830FB7-C91F-4200-989A-4AFF1B477729}" destId="{18B6BC56-45A7-4301-995F-E97D93CCCAE7}" srcOrd="1" destOrd="0" presId="urn:microsoft.com/office/officeart/2005/8/layout/bProcess3"/>
    <dgm:cxn modelId="{55381C4C-5929-4D1D-8A6E-D8AAF0BD7503}" srcId="{77AED4A9-FAA3-4895-BF13-FC18ADA89011}" destId="{8C9AFFBF-1817-4CC9-91E1-9C4EEE0B0C9D}" srcOrd="2" destOrd="0" parTransId="{5BAD1230-A631-4CE6-9A0C-ACBDAB2278D1}" sibTransId="{7CE6CAAB-15BA-4A97-87A5-2B5723EB79C8}"/>
    <dgm:cxn modelId="{1FFD9272-1778-4BC5-BA0F-0F7306B35462}" type="presOf" srcId="{1F5D52D5-6195-4499-B143-594C0F6BFAAE}" destId="{6529A3B6-97A9-48E7-8DCD-9142E47E4535}" srcOrd="1" destOrd="0" presId="urn:microsoft.com/office/officeart/2005/8/layout/bProcess3"/>
    <dgm:cxn modelId="{79102C7E-CAC0-4D5C-BB24-EDBBB69E9937}" type="presOf" srcId="{77AED4A9-FAA3-4895-BF13-FC18ADA89011}" destId="{27D74537-C5B1-4604-A536-2DC0FCC19B1F}" srcOrd="0" destOrd="0" presId="urn:microsoft.com/office/officeart/2005/8/layout/bProcess3"/>
    <dgm:cxn modelId="{B1D2F57E-9881-4082-A884-85041BBD5E17}" type="presOf" srcId="{7DFA4DA2-4EB3-4594-B42C-EEFE527BB3B3}" destId="{9328D029-E5CC-444B-9478-78C21667B095}" srcOrd="0" destOrd="0" presId="urn:microsoft.com/office/officeart/2005/8/layout/bProcess3"/>
    <dgm:cxn modelId="{88B55583-45E5-49A6-B8A3-DB240640B424}" type="presOf" srcId="{91815BFB-8769-478B-B81A-01AACC641259}" destId="{E85154C1-228C-4219-909B-687FFA6706F3}" srcOrd="1" destOrd="0" presId="urn:microsoft.com/office/officeart/2005/8/layout/bProcess3"/>
    <dgm:cxn modelId="{21692F86-3D31-45E4-8EE1-43C8BE7AC10A}" type="presOf" srcId="{6F62953E-CD15-4C71-B70E-2D226B6685BA}" destId="{9C4EF944-465C-443E-B316-BE37784EC19C}" srcOrd="0" destOrd="0" presId="urn:microsoft.com/office/officeart/2005/8/layout/bProcess3"/>
    <dgm:cxn modelId="{AEAA9387-BDF2-4478-9417-024BB6F7C622}" type="presOf" srcId="{D16DA678-2107-4C4B-B53E-F96304B27BEC}" destId="{F951152A-6B85-475C-B527-18F190275B78}" srcOrd="1" destOrd="0" presId="urn:microsoft.com/office/officeart/2005/8/layout/bProcess3"/>
    <dgm:cxn modelId="{83A6ED8D-8132-48CB-87F4-E41E735710DD}" srcId="{77AED4A9-FAA3-4895-BF13-FC18ADA89011}" destId="{9C918F67-056C-4247-A24B-5D807118009D}" srcOrd="10" destOrd="0" parTransId="{4A8D6524-60FF-4278-9B39-033BF9AF51E7}" sibTransId="{FCC2CF32-C989-4BE6-9947-618131B6A105}"/>
    <dgm:cxn modelId="{051C4499-B76A-4CE7-9156-FD92B7B1A9BD}" type="presOf" srcId="{C141D7B0-CE5C-4C3E-A97E-FE40AAEDB043}" destId="{89836C33-FB93-48BA-B7C7-1772941A088A}" srcOrd="0" destOrd="0" presId="urn:microsoft.com/office/officeart/2005/8/layout/bProcess3"/>
    <dgm:cxn modelId="{D0511EA0-FDE7-4615-9F1C-E320BBB12B7A}" type="presOf" srcId="{AA0D11AD-BE58-4CC8-AFA2-EE0DA50A3B30}" destId="{DEFBF390-6642-42E2-B3E7-10921D28C46E}" srcOrd="0" destOrd="0" presId="urn:microsoft.com/office/officeart/2005/8/layout/bProcess3"/>
    <dgm:cxn modelId="{C503CDA4-6519-429D-AD87-B4E15D38F92C}" type="presOf" srcId="{7CE6CAAB-15BA-4A97-87A5-2B5723EB79C8}" destId="{B9F353E9-81ED-433C-AAFD-F788023D38DD}" srcOrd="1" destOrd="0" presId="urn:microsoft.com/office/officeart/2005/8/layout/bProcess3"/>
    <dgm:cxn modelId="{48E00CAB-A2EF-41F0-B1F3-A4D3058AB691}" type="presOf" srcId="{45470D98-A5CD-467B-86F2-65E1D78A5FC9}" destId="{7BE688B4-617B-44A2-94B4-F6481445A485}" srcOrd="1" destOrd="0" presId="urn:microsoft.com/office/officeart/2005/8/layout/bProcess3"/>
    <dgm:cxn modelId="{82AFAFB8-DC5B-4B28-8494-FDA47A5067AA}" type="presOf" srcId="{8C9AFFBF-1817-4CC9-91E1-9C4EEE0B0C9D}" destId="{77C78C4B-9591-4774-8648-D068D07BF39A}" srcOrd="0" destOrd="0" presId="urn:microsoft.com/office/officeart/2005/8/layout/bProcess3"/>
    <dgm:cxn modelId="{C5DB0EBB-4217-4C06-9AFD-43CDB5FB50DD}" type="presOf" srcId="{24A86FAA-66CE-4145-9F42-7FDFD96BE9A7}" destId="{CBC9859C-0CE8-42A1-BB42-5BF3F8A02ED5}" srcOrd="0" destOrd="0" presId="urn:microsoft.com/office/officeart/2005/8/layout/bProcess3"/>
    <dgm:cxn modelId="{00D2BAD1-04A7-409C-9E3F-2B6C6FCDEB32}" type="presOf" srcId="{3A2997F8-5A6D-4396-BD5B-87ADE9E61776}" destId="{4F9B84B1-5B10-4793-B68A-4389E5139D39}" srcOrd="1" destOrd="0" presId="urn:microsoft.com/office/officeart/2005/8/layout/bProcess3"/>
    <dgm:cxn modelId="{863C84E0-C3FA-453D-B5B0-6D2B1F2EE5AA}" type="presOf" srcId="{6C830FB7-C91F-4200-989A-4AFF1B477729}" destId="{0F307B46-44BF-4C8A-9801-39666CFE72F7}" srcOrd="0" destOrd="0" presId="urn:microsoft.com/office/officeart/2005/8/layout/bProcess3"/>
    <dgm:cxn modelId="{AF3925F0-9FEA-4C7B-B09D-BD20AA4EB47F}" type="presOf" srcId="{C19EDF0A-D327-4474-8A62-E4B92BCE2051}" destId="{3046AF1C-F893-4E53-A505-31062F981D1C}" srcOrd="0" destOrd="0" presId="urn:microsoft.com/office/officeart/2005/8/layout/bProcess3"/>
    <dgm:cxn modelId="{B55947F0-8C6E-4E51-B7DD-E377C8A99AA9}" srcId="{77AED4A9-FAA3-4895-BF13-FC18ADA89011}" destId="{D4845EA8-D931-4698-B7EA-939B59B271BD}" srcOrd="6" destOrd="0" parTransId="{9AAA1DA2-5B32-404B-9B7D-A12B93BBD9AC}" sibTransId="{1F5D52D5-6195-4499-B143-594C0F6BFAAE}"/>
    <dgm:cxn modelId="{A40D89F2-45AE-4798-AC79-A892C9C69C10}" type="presOf" srcId="{91815BFB-8769-478B-B81A-01AACC641259}" destId="{A72B2D1A-F7FE-4A89-B040-379ADCBABD4C}" srcOrd="0" destOrd="0" presId="urn:microsoft.com/office/officeart/2005/8/layout/bProcess3"/>
    <dgm:cxn modelId="{637CC9F5-B856-4BE7-9665-14709A0D13DD}" type="presOf" srcId="{1F5D52D5-6195-4499-B143-594C0F6BFAAE}" destId="{1AF32A15-AB40-43A0-8EB1-8BF21E1A09FB}" srcOrd="0" destOrd="0" presId="urn:microsoft.com/office/officeart/2005/8/layout/bProcess3"/>
    <dgm:cxn modelId="{E76CD8F8-138F-405F-8CC7-9ED7AB3578D5}" srcId="{77AED4A9-FAA3-4895-BF13-FC18ADA89011}" destId="{7DFA4DA2-4EB3-4594-B42C-EEFE527BB3B3}" srcOrd="7" destOrd="0" parTransId="{6EF8A02A-2399-4EEB-A49B-4758E59063A1}" sibTransId="{1BC31641-8340-4BEA-9AE6-6DED339D092C}"/>
    <dgm:cxn modelId="{4C9D09A6-952F-4F34-97B9-C30346A9C40D}" type="presParOf" srcId="{27D74537-C5B1-4604-A536-2DC0FCC19B1F}" destId="{13EEBD6A-2982-4A38-942B-F298BA31C46B}" srcOrd="0" destOrd="0" presId="urn:microsoft.com/office/officeart/2005/8/layout/bProcess3"/>
    <dgm:cxn modelId="{9CE4105B-E026-4DDF-89C5-07D8EDC55CC6}" type="presParOf" srcId="{27D74537-C5B1-4604-A536-2DC0FCC19B1F}" destId="{DEA17844-C340-42E1-AA30-50F77FB5EFFB}" srcOrd="1" destOrd="0" presId="urn:microsoft.com/office/officeart/2005/8/layout/bProcess3"/>
    <dgm:cxn modelId="{A3FFA283-4418-40CC-BA0C-9A6A1BAA44FA}" type="presParOf" srcId="{DEA17844-C340-42E1-AA30-50F77FB5EFFB}" destId="{F951152A-6B85-475C-B527-18F190275B78}" srcOrd="0" destOrd="0" presId="urn:microsoft.com/office/officeart/2005/8/layout/bProcess3"/>
    <dgm:cxn modelId="{63FBF3F2-B020-4313-BCBF-0186B54944AB}" type="presParOf" srcId="{27D74537-C5B1-4604-A536-2DC0FCC19B1F}" destId="{AB867AAA-095A-466C-A31F-CCEF218374AF}" srcOrd="2" destOrd="0" presId="urn:microsoft.com/office/officeart/2005/8/layout/bProcess3"/>
    <dgm:cxn modelId="{1EC85DE9-4254-4ED6-818F-16ED8705B44A}" type="presParOf" srcId="{27D74537-C5B1-4604-A536-2DC0FCC19B1F}" destId="{5F73591A-EF41-4518-819B-370932E33D07}" srcOrd="3" destOrd="0" presId="urn:microsoft.com/office/officeart/2005/8/layout/bProcess3"/>
    <dgm:cxn modelId="{48A08E62-724C-4CEE-9145-9349A247A03E}" type="presParOf" srcId="{5F73591A-EF41-4518-819B-370932E33D07}" destId="{33CF2C30-20F5-4A0F-A6F5-D06BCE27A5F2}" srcOrd="0" destOrd="0" presId="urn:microsoft.com/office/officeart/2005/8/layout/bProcess3"/>
    <dgm:cxn modelId="{B64FCA51-BCEA-4DE3-AC5F-4A23F53603C3}" type="presParOf" srcId="{27D74537-C5B1-4604-A536-2DC0FCC19B1F}" destId="{77C78C4B-9591-4774-8648-D068D07BF39A}" srcOrd="4" destOrd="0" presId="urn:microsoft.com/office/officeart/2005/8/layout/bProcess3"/>
    <dgm:cxn modelId="{0B518D63-A25D-4633-91EA-F339111DC70D}" type="presParOf" srcId="{27D74537-C5B1-4604-A536-2DC0FCC19B1F}" destId="{61CDE6DD-32DF-4207-B534-C8EFC314AB7C}" srcOrd="5" destOrd="0" presId="urn:microsoft.com/office/officeart/2005/8/layout/bProcess3"/>
    <dgm:cxn modelId="{AFA54BCD-5D3A-47BE-B794-A5E9B2ECADEE}" type="presParOf" srcId="{61CDE6DD-32DF-4207-B534-C8EFC314AB7C}" destId="{B9F353E9-81ED-433C-AAFD-F788023D38DD}" srcOrd="0" destOrd="0" presId="urn:microsoft.com/office/officeart/2005/8/layout/bProcess3"/>
    <dgm:cxn modelId="{B5747744-C312-4D94-BEE5-B85D90FF75DC}" type="presParOf" srcId="{27D74537-C5B1-4604-A536-2DC0FCC19B1F}" destId="{9C4EF944-465C-443E-B316-BE37784EC19C}" srcOrd="6" destOrd="0" presId="urn:microsoft.com/office/officeart/2005/8/layout/bProcess3"/>
    <dgm:cxn modelId="{4796EDBA-4508-4F8A-A17F-945AD229FEDF}" type="presParOf" srcId="{27D74537-C5B1-4604-A536-2DC0FCC19B1F}" destId="{09FBD5C1-BE8C-473C-AEB7-5987F03DE5DB}" srcOrd="7" destOrd="0" presId="urn:microsoft.com/office/officeart/2005/8/layout/bProcess3"/>
    <dgm:cxn modelId="{FF0F8E17-E35E-42C8-89BF-62FE9AB8DC1A}" type="presParOf" srcId="{09FBD5C1-BE8C-473C-AEB7-5987F03DE5DB}" destId="{7BE688B4-617B-44A2-94B4-F6481445A485}" srcOrd="0" destOrd="0" presId="urn:microsoft.com/office/officeart/2005/8/layout/bProcess3"/>
    <dgm:cxn modelId="{97EE5EDE-74BB-4E46-BE91-5011F8231D51}" type="presParOf" srcId="{27D74537-C5B1-4604-A536-2DC0FCC19B1F}" destId="{89836C33-FB93-48BA-B7C7-1772941A088A}" srcOrd="8" destOrd="0" presId="urn:microsoft.com/office/officeart/2005/8/layout/bProcess3"/>
    <dgm:cxn modelId="{F7DACA5E-F79B-4546-AFBF-8D1651DBC76C}" type="presParOf" srcId="{27D74537-C5B1-4604-A536-2DC0FCC19B1F}" destId="{0F307B46-44BF-4C8A-9801-39666CFE72F7}" srcOrd="9" destOrd="0" presId="urn:microsoft.com/office/officeart/2005/8/layout/bProcess3"/>
    <dgm:cxn modelId="{B5E3EBF4-C194-4FB8-9164-3AC654F69CC4}" type="presParOf" srcId="{0F307B46-44BF-4C8A-9801-39666CFE72F7}" destId="{18B6BC56-45A7-4301-995F-E97D93CCCAE7}" srcOrd="0" destOrd="0" presId="urn:microsoft.com/office/officeart/2005/8/layout/bProcess3"/>
    <dgm:cxn modelId="{D2C172A3-9CE6-4C43-A075-D92161CBD424}" type="presParOf" srcId="{27D74537-C5B1-4604-A536-2DC0FCC19B1F}" destId="{C03DDFE3-B922-4C50-9542-56E4D6BFE2CB}" srcOrd="10" destOrd="0" presId="urn:microsoft.com/office/officeart/2005/8/layout/bProcess3"/>
    <dgm:cxn modelId="{DF72A7BD-F7E7-4E65-8A4A-F15A4DA06583}" type="presParOf" srcId="{27D74537-C5B1-4604-A536-2DC0FCC19B1F}" destId="{A72B2D1A-F7FE-4A89-B040-379ADCBABD4C}" srcOrd="11" destOrd="0" presId="urn:microsoft.com/office/officeart/2005/8/layout/bProcess3"/>
    <dgm:cxn modelId="{DC9FFF7F-2CBE-493D-A9B3-B05EE1668F01}" type="presParOf" srcId="{A72B2D1A-F7FE-4A89-B040-379ADCBABD4C}" destId="{E85154C1-228C-4219-909B-687FFA6706F3}" srcOrd="0" destOrd="0" presId="urn:microsoft.com/office/officeart/2005/8/layout/bProcess3"/>
    <dgm:cxn modelId="{B4CE704D-FEB8-46B7-9990-28E0016692CD}" type="presParOf" srcId="{27D74537-C5B1-4604-A536-2DC0FCC19B1F}" destId="{ADAECCE1-D995-4828-8CC4-4FFA62EB43F1}" srcOrd="12" destOrd="0" presId="urn:microsoft.com/office/officeart/2005/8/layout/bProcess3"/>
    <dgm:cxn modelId="{9FF1515E-AC27-47F8-B720-F99DFD71C87B}" type="presParOf" srcId="{27D74537-C5B1-4604-A536-2DC0FCC19B1F}" destId="{1AF32A15-AB40-43A0-8EB1-8BF21E1A09FB}" srcOrd="13" destOrd="0" presId="urn:microsoft.com/office/officeart/2005/8/layout/bProcess3"/>
    <dgm:cxn modelId="{CB645332-D684-4224-B147-113D1F24C10A}" type="presParOf" srcId="{1AF32A15-AB40-43A0-8EB1-8BF21E1A09FB}" destId="{6529A3B6-97A9-48E7-8DCD-9142E47E4535}" srcOrd="0" destOrd="0" presId="urn:microsoft.com/office/officeart/2005/8/layout/bProcess3"/>
    <dgm:cxn modelId="{C946ECDB-D835-41FE-9825-FB50E5979EDF}" type="presParOf" srcId="{27D74537-C5B1-4604-A536-2DC0FCC19B1F}" destId="{9328D029-E5CC-444B-9478-78C21667B095}" srcOrd="14" destOrd="0" presId="urn:microsoft.com/office/officeart/2005/8/layout/bProcess3"/>
    <dgm:cxn modelId="{34940ADD-C693-4C9B-A97B-0C066F0642DC}" type="presParOf" srcId="{27D74537-C5B1-4604-A536-2DC0FCC19B1F}" destId="{4CE01D62-73F4-403E-8A78-42570305D97D}" srcOrd="15" destOrd="0" presId="urn:microsoft.com/office/officeart/2005/8/layout/bProcess3"/>
    <dgm:cxn modelId="{5BFEC5C2-EA0E-4A34-96E7-2D0F4DBB82A8}" type="presParOf" srcId="{4CE01D62-73F4-403E-8A78-42570305D97D}" destId="{86FD2D97-6F80-4E62-AA35-9840E3846CF8}" srcOrd="0" destOrd="0" presId="urn:microsoft.com/office/officeart/2005/8/layout/bProcess3"/>
    <dgm:cxn modelId="{B4F7AB7F-AAEE-4CA7-98DE-61AF83E8B1D3}" type="presParOf" srcId="{27D74537-C5B1-4604-A536-2DC0FCC19B1F}" destId="{CBC9859C-0CE8-42A1-BB42-5BF3F8A02ED5}" srcOrd="16" destOrd="0" presId="urn:microsoft.com/office/officeart/2005/8/layout/bProcess3"/>
    <dgm:cxn modelId="{61855DA0-B192-4D7A-9584-A084FB94B5C5}" type="presParOf" srcId="{27D74537-C5B1-4604-A536-2DC0FCC19B1F}" destId="{DEFBF390-6642-42E2-B3E7-10921D28C46E}" srcOrd="17" destOrd="0" presId="urn:microsoft.com/office/officeart/2005/8/layout/bProcess3"/>
    <dgm:cxn modelId="{98FE25C5-51A7-4780-963E-D0927ADEFFD1}" type="presParOf" srcId="{DEFBF390-6642-42E2-B3E7-10921D28C46E}" destId="{421FBA90-E463-4325-B551-C32361703093}" srcOrd="0" destOrd="0" presId="urn:microsoft.com/office/officeart/2005/8/layout/bProcess3"/>
    <dgm:cxn modelId="{1AB29826-18EF-450A-B2FF-07AF8F82E8E2}" type="presParOf" srcId="{27D74537-C5B1-4604-A536-2DC0FCC19B1F}" destId="{3046AF1C-F893-4E53-A505-31062F981D1C}" srcOrd="18" destOrd="0" presId="urn:microsoft.com/office/officeart/2005/8/layout/bProcess3"/>
    <dgm:cxn modelId="{C5CBB275-2CD5-46FB-A963-C1B8785BAF79}" type="presParOf" srcId="{27D74537-C5B1-4604-A536-2DC0FCC19B1F}" destId="{D2B240B6-C6E0-413F-8966-DA338408FCBD}" srcOrd="19" destOrd="0" presId="urn:microsoft.com/office/officeart/2005/8/layout/bProcess3"/>
    <dgm:cxn modelId="{A3702F2D-C8C6-4F7F-8D87-3875A933E226}" type="presParOf" srcId="{D2B240B6-C6E0-413F-8966-DA338408FCBD}" destId="{4F9B84B1-5B10-4793-B68A-4389E5139D39}" srcOrd="0" destOrd="0" presId="urn:microsoft.com/office/officeart/2005/8/layout/bProcess3"/>
    <dgm:cxn modelId="{1445301F-ED7D-491D-BD62-A62141966D1C}" type="presParOf" srcId="{27D74537-C5B1-4604-A536-2DC0FCC19B1F}" destId="{33CF740C-7C4F-40BC-9F2B-6EF84B130F8C}" srcOrd="20" destOrd="0" presId="urn:microsoft.com/office/officeart/2005/8/layout/bProcess3"/>
    <dgm:cxn modelId="{04A59336-071F-4F13-956D-2AC1E0711E43}" type="presParOf" srcId="{27D74537-C5B1-4604-A536-2DC0FCC19B1F}" destId="{A588AFA2-27C6-4E0A-A64A-5A137C63868F}" srcOrd="21" destOrd="0" presId="urn:microsoft.com/office/officeart/2005/8/layout/bProcess3"/>
    <dgm:cxn modelId="{ED548ADD-13A7-4E9E-81A8-4CDC87E29A83}" type="presParOf" srcId="{A588AFA2-27C6-4E0A-A64A-5A137C63868F}" destId="{A6C7A81C-7D7A-43CF-9649-63438FA47243}" srcOrd="0" destOrd="0" presId="urn:microsoft.com/office/officeart/2005/8/layout/bProcess3"/>
    <dgm:cxn modelId="{5784461A-03CB-4515-9D36-1CC9CCC957B6}" type="presParOf" srcId="{27D74537-C5B1-4604-A536-2DC0FCC19B1F}" destId="{33F30484-DD00-4849-9C41-276691B9F428}" srcOrd="2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BD8093-CDFC-43E4-9AE7-EF9743255542}" type="doc">
      <dgm:prSet loTypeId="urn:microsoft.com/office/officeart/2005/8/layout/bProcess3" loCatId="process" qsTypeId="urn:microsoft.com/office/officeart/2005/8/quickstyle/3d3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6447A69-41B8-439B-9CAB-5C57A813F017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1. Monitorização Contínua</a:t>
          </a:r>
          <a:endParaRPr lang="pt-PT" sz="1400" noProof="0" dirty="0"/>
        </a:p>
      </dgm:t>
    </dgm:pt>
    <dgm:pt modelId="{3422626C-C5BE-4BEE-92F9-EA6C646BEAD1}" type="parTrans" cxnId="{211C85E4-24F4-4694-B729-0E8ECD85F0C9}">
      <dgm:prSet/>
      <dgm:spPr/>
      <dgm:t>
        <a:bodyPr/>
        <a:lstStyle/>
        <a:p>
          <a:endParaRPr lang="en-US"/>
        </a:p>
      </dgm:t>
    </dgm:pt>
    <dgm:pt modelId="{191D30AE-9107-4CDE-B497-C046C753D4C7}" type="sibTrans" cxnId="{211C85E4-24F4-4694-B729-0E8ECD85F0C9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B232CA91-175E-4D43-B858-A29597B523C2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pt-PT" sz="1400" noProof="0" dirty="0"/>
            <a:t>Todos os servidores recebem heartbeats do Primário via multicast.</a:t>
          </a:r>
        </a:p>
      </dgm:t>
    </dgm:pt>
    <dgm:pt modelId="{2B52828B-B9DE-467D-9264-5F58AAD56F18}" type="parTrans" cxnId="{938DDED5-B92A-408B-B1BD-5C243A42A5DC}">
      <dgm:prSet/>
      <dgm:spPr/>
      <dgm:t>
        <a:bodyPr/>
        <a:lstStyle/>
        <a:p>
          <a:endParaRPr lang="en-US"/>
        </a:p>
      </dgm:t>
    </dgm:pt>
    <dgm:pt modelId="{E5D7C95E-4E95-4CCE-ABF1-B1BA5920BE44}" type="sibTrans" cxnId="{938DDED5-B92A-408B-B1BD-5C243A42A5DC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D188EE3A-1A74-4E89-B418-7AA7122920CE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pt-PT" sz="1400" b="1" noProof="0" dirty="0"/>
            <a:t>2. Deteção de Falha</a:t>
          </a:r>
        </a:p>
      </dgm:t>
    </dgm:pt>
    <dgm:pt modelId="{2CF7E719-F822-4FAE-A8C6-73679D7DF22F}" type="parTrans" cxnId="{B51A0FC8-3B82-4F27-9756-D4C83F1516C4}">
      <dgm:prSet/>
      <dgm:spPr/>
      <dgm:t>
        <a:bodyPr/>
        <a:lstStyle/>
        <a:p>
          <a:endParaRPr lang="en-US"/>
        </a:p>
      </dgm:t>
    </dgm:pt>
    <dgm:pt modelId="{6EE8C301-EFE2-4CB9-B704-E637A10259B5}" type="sibTrans" cxnId="{B51A0FC8-3B82-4F27-9756-D4C83F1516C4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5B602B23-BB6B-4DA7-892D-2069A7662613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pt-PT" sz="1300" noProof="0" dirty="0"/>
            <a:t>Se um secundário não receber heartbeats dentro do limite, assume falha.</a:t>
          </a:r>
          <a:br>
            <a:rPr lang="pt-PT" sz="1300" noProof="0" dirty="0"/>
          </a:br>
          <a:r>
            <a:rPr lang="pt-PT" sz="1300" noProof="0" dirty="0"/>
            <a:t>A Diretoria também deteta falha por timeout de 17s.</a:t>
          </a:r>
        </a:p>
      </dgm:t>
    </dgm:pt>
    <dgm:pt modelId="{62049BAB-F608-478F-A0FE-E5D5B9D8AD83}" type="parTrans" cxnId="{C4AB43E6-F0A8-4B85-99CB-0D48D3C54A01}">
      <dgm:prSet/>
      <dgm:spPr/>
      <dgm:t>
        <a:bodyPr/>
        <a:lstStyle/>
        <a:p>
          <a:endParaRPr lang="en-US"/>
        </a:p>
      </dgm:t>
    </dgm:pt>
    <dgm:pt modelId="{93E17833-AB07-4C0F-AFAC-0E4962281C0F}" type="sibTrans" cxnId="{C4AB43E6-F0A8-4B85-99CB-0D48D3C54A01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D69734BE-ED6E-480E-A6A6-E5C80286B1A0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pt-PT" sz="1400" b="1" noProof="0" dirty="0"/>
            <a:t>3. Eleição Implícita</a:t>
          </a:r>
        </a:p>
      </dgm:t>
    </dgm:pt>
    <dgm:pt modelId="{C77927BF-5A16-4A31-8C57-CDE0BE8A6C9A}" type="parTrans" cxnId="{BB889795-A27E-44FD-837F-525BCBA0DE7E}">
      <dgm:prSet/>
      <dgm:spPr/>
      <dgm:t>
        <a:bodyPr/>
        <a:lstStyle/>
        <a:p>
          <a:endParaRPr lang="en-US"/>
        </a:p>
      </dgm:t>
    </dgm:pt>
    <dgm:pt modelId="{AFB7F6C5-6B2D-45D9-A898-D54092D7EB10}" type="sibTrans" cxnId="{BB889795-A27E-44FD-837F-525BCBA0DE7E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C01F2A18-201B-4870-9060-69511C804670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pt-PT" sz="1400" noProof="0" dirty="0"/>
            <a:t>A Diretoria remove o Primário da lista.</a:t>
          </a:r>
          <a:br>
            <a:rPr lang="pt-PT" sz="1400" noProof="0" dirty="0"/>
          </a:br>
          <a:r>
            <a:rPr lang="pt-PT" sz="1400" noProof="0" dirty="0"/>
            <a:t>O servidor registado há mais tempo torna-se o novo Primário.</a:t>
          </a:r>
        </a:p>
      </dgm:t>
    </dgm:pt>
    <dgm:pt modelId="{9578B860-294F-4CF6-B5D0-F7B745271ACC}" type="parTrans" cxnId="{EBA14263-78C3-4322-B5CE-64EB611AC1E8}">
      <dgm:prSet/>
      <dgm:spPr/>
      <dgm:t>
        <a:bodyPr/>
        <a:lstStyle/>
        <a:p>
          <a:endParaRPr lang="en-US"/>
        </a:p>
      </dgm:t>
    </dgm:pt>
    <dgm:pt modelId="{0F5E566A-D164-41A8-95EB-0123C2777AD6}" type="sibTrans" cxnId="{EBA14263-78C3-4322-B5CE-64EB611AC1E8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B7413A47-A288-48EF-AD61-BCCC12667F91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pt-PT" sz="1400" b="1" noProof="0" dirty="0"/>
            <a:t>4. Promoção Automática</a:t>
          </a:r>
        </a:p>
      </dgm:t>
    </dgm:pt>
    <dgm:pt modelId="{A349876D-EDEE-4D4A-BE01-9001067EE961}" type="parTrans" cxnId="{BDC1B4DF-AE40-48E2-8DA5-0AC09BA8DF55}">
      <dgm:prSet/>
      <dgm:spPr/>
      <dgm:t>
        <a:bodyPr/>
        <a:lstStyle/>
        <a:p>
          <a:endParaRPr lang="en-US"/>
        </a:p>
      </dgm:t>
    </dgm:pt>
    <dgm:pt modelId="{F2C732B0-D68F-42AF-8EE9-1E7B62A867D2}" type="sibTrans" cxnId="{BDC1B4DF-AE40-48E2-8DA5-0AC09BA8DF55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A53A12C8-7916-4B3E-A20A-32C5AA9F2790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pt-PT" sz="1300" noProof="0" dirty="0"/>
            <a:t>O servidor promovido:</a:t>
          </a:r>
          <a:br>
            <a:rPr lang="pt-PT" sz="1300" noProof="0" dirty="0"/>
          </a:br>
          <a:r>
            <a:rPr lang="pt-PT" sz="1300" noProof="0" dirty="0">
              <a:solidFill>
                <a:srgbClr val="FF7A00"/>
              </a:solidFill>
            </a:rPr>
            <a:t>• </a:t>
          </a:r>
          <a:r>
            <a:rPr lang="pt-PT" sz="1300" noProof="0" dirty="0"/>
            <a:t>Assume a porta TCP de atendimento</a:t>
          </a:r>
          <a:br>
            <a:rPr lang="pt-PT" sz="1300" noProof="0" dirty="0"/>
          </a:br>
          <a:r>
            <a:rPr lang="pt-PT" sz="1300" noProof="0" dirty="0">
              <a:solidFill>
                <a:srgbClr val="FF7A00"/>
              </a:solidFill>
            </a:rPr>
            <a:t>• </a:t>
          </a:r>
          <a:r>
            <a:rPr lang="pt-PT" sz="1300" noProof="0" dirty="0"/>
            <a:t>Mantém a versão atual da BD</a:t>
          </a:r>
          <a:br>
            <a:rPr lang="pt-PT" sz="1300" noProof="0" dirty="0"/>
          </a:br>
          <a:r>
            <a:rPr lang="pt-PT" sz="1300" noProof="0" dirty="0">
              <a:solidFill>
                <a:srgbClr val="FF7A00"/>
              </a:solidFill>
            </a:rPr>
            <a:t>• </a:t>
          </a:r>
          <a:r>
            <a:rPr lang="pt-PT" sz="1300" noProof="0" dirty="0"/>
            <a:t>Passa a emitir heartbeats como Primário</a:t>
          </a:r>
        </a:p>
      </dgm:t>
    </dgm:pt>
    <dgm:pt modelId="{CA7C821B-2B80-4ADC-ABC6-6B88AF80A070}" type="parTrans" cxnId="{E20DDD82-D14E-4555-8239-DBF0C2C33C5F}">
      <dgm:prSet/>
      <dgm:spPr/>
      <dgm:t>
        <a:bodyPr/>
        <a:lstStyle/>
        <a:p>
          <a:endParaRPr lang="en-US"/>
        </a:p>
      </dgm:t>
    </dgm:pt>
    <dgm:pt modelId="{98775ADC-D646-426B-BAE2-75BA23F772A6}" type="sibTrans" cxnId="{E20DDD82-D14E-4555-8239-DBF0C2C33C5F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465B4EE3-42CE-45EE-AB46-E7E89DD5B37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pt-PT" sz="1400" b="1" noProof="0" dirty="0"/>
            <a:t>5. Recuperação no Cliente</a:t>
          </a:r>
        </a:p>
      </dgm:t>
    </dgm:pt>
    <dgm:pt modelId="{41A2FF2E-F70C-4E7D-8A7A-AE970F67355F}" type="parTrans" cxnId="{94217B51-7656-40A8-9F4A-5D42634F3859}">
      <dgm:prSet/>
      <dgm:spPr/>
      <dgm:t>
        <a:bodyPr/>
        <a:lstStyle/>
        <a:p>
          <a:endParaRPr lang="en-US"/>
        </a:p>
      </dgm:t>
    </dgm:pt>
    <dgm:pt modelId="{CAD31077-9F95-4131-B232-4D9DFB659458}" type="sibTrans" cxnId="{94217B51-7656-40A8-9F4A-5D42634F3859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8C7F4C23-3BDA-42A8-B051-0FF4DFF8EEE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pt-PT" sz="1400" noProof="0" dirty="0"/>
            <a:t>Os clientes detetam a perda da ligação, pedem o novo Primário à Diretoria e retomam a sessão automaticamente.</a:t>
          </a:r>
        </a:p>
      </dgm:t>
    </dgm:pt>
    <dgm:pt modelId="{1EF10A73-5410-4B41-81A9-B99CDC4DF0FD}" type="parTrans" cxnId="{32BD12A9-7441-462B-A732-A73211DF6A0B}">
      <dgm:prSet/>
      <dgm:spPr/>
      <dgm:t>
        <a:bodyPr/>
        <a:lstStyle/>
        <a:p>
          <a:endParaRPr lang="en-US"/>
        </a:p>
      </dgm:t>
    </dgm:pt>
    <dgm:pt modelId="{59E6E698-EB2F-45C2-836D-650A847B2204}" type="sibTrans" cxnId="{32BD12A9-7441-462B-A732-A73211DF6A0B}">
      <dgm:prSet/>
      <dgm:spPr/>
      <dgm:t>
        <a:bodyPr/>
        <a:lstStyle/>
        <a:p>
          <a:endParaRPr lang="en-US"/>
        </a:p>
      </dgm:t>
    </dgm:pt>
    <dgm:pt modelId="{7073B2D7-7A6D-4E31-B796-F66C12E3758B}" type="pres">
      <dgm:prSet presAssocID="{46BD8093-CDFC-43E4-9AE7-EF9743255542}" presName="Name0" presStyleCnt="0">
        <dgm:presLayoutVars>
          <dgm:dir/>
          <dgm:resizeHandles val="exact"/>
        </dgm:presLayoutVars>
      </dgm:prSet>
      <dgm:spPr/>
    </dgm:pt>
    <dgm:pt modelId="{9B6E235D-4D68-4C78-AAAE-5738B71403D3}" type="pres">
      <dgm:prSet presAssocID="{16447A69-41B8-439B-9CAB-5C57A813F017}" presName="node" presStyleLbl="node1" presStyleIdx="0" presStyleCnt="10" custScaleX="85610" custScaleY="126307">
        <dgm:presLayoutVars>
          <dgm:bulletEnabled val="1"/>
        </dgm:presLayoutVars>
      </dgm:prSet>
      <dgm:spPr/>
    </dgm:pt>
    <dgm:pt modelId="{F6FADD66-D40E-46BB-B8C2-DB98C30BE04C}" type="pres">
      <dgm:prSet presAssocID="{191D30AE-9107-4CDE-B497-C046C753D4C7}" presName="sibTrans" presStyleLbl="sibTrans1D1" presStyleIdx="0" presStyleCnt="9" custSzY="1440000" custScaleX="411872"/>
      <dgm:spPr/>
    </dgm:pt>
    <dgm:pt modelId="{AFA7104B-6F38-45F1-9DEE-252161D84FD4}" type="pres">
      <dgm:prSet presAssocID="{191D30AE-9107-4CDE-B497-C046C753D4C7}" presName="connectorText" presStyleLbl="sibTrans1D1" presStyleIdx="0" presStyleCnt="9"/>
      <dgm:spPr/>
    </dgm:pt>
    <dgm:pt modelId="{9F09C1BE-C5E8-4C1D-BA65-964D1DEC39C8}" type="pres">
      <dgm:prSet presAssocID="{B232CA91-175E-4D43-B858-A29597B523C2}" presName="node" presStyleLbl="node1" presStyleIdx="1" presStyleCnt="10" custScaleX="85610" custScaleY="126307">
        <dgm:presLayoutVars>
          <dgm:bulletEnabled val="1"/>
        </dgm:presLayoutVars>
      </dgm:prSet>
      <dgm:spPr/>
    </dgm:pt>
    <dgm:pt modelId="{E2756935-4B82-461D-AE6E-489BF9D27B47}" type="pres">
      <dgm:prSet presAssocID="{E5D7C95E-4E95-4CCE-ABF1-B1BA5920BE44}" presName="sibTrans" presStyleLbl="sibTrans1D1" presStyleIdx="1" presStyleCnt="9" custSzY="1440000" custScaleX="411872"/>
      <dgm:spPr/>
    </dgm:pt>
    <dgm:pt modelId="{43A521B8-9B32-452A-8FAB-E3B22D8EE5B6}" type="pres">
      <dgm:prSet presAssocID="{E5D7C95E-4E95-4CCE-ABF1-B1BA5920BE44}" presName="connectorText" presStyleLbl="sibTrans1D1" presStyleIdx="1" presStyleCnt="9"/>
      <dgm:spPr/>
    </dgm:pt>
    <dgm:pt modelId="{CA7BC67E-ACD9-42DA-BD03-5D2D95311BC6}" type="pres">
      <dgm:prSet presAssocID="{D188EE3A-1A74-4E89-B418-7AA7122920CE}" presName="node" presStyleLbl="node1" presStyleIdx="2" presStyleCnt="10" custScaleX="85610" custScaleY="126307">
        <dgm:presLayoutVars>
          <dgm:bulletEnabled val="1"/>
        </dgm:presLayoutVars>
      </dgm:prSet>
      <dgm:spPr/>
    </dgm:pt>
    <dgm:pt modelId="{EAEDB199-96FF-4E67-BCFE-6E302FF8A1F7}" type="pres">
      <dgm:prSet presAssocID="{6EE8C301-EFE2-4CB9-B704-E637A10259B5}" presName="sibTrans" presStyleLbl="sibTrans1D1" presStyleIdx="2" presStyleCnt="9" custSzY="1440000" custScaleX="411872"/>
      <dgm:spPr/>
    </dgm:pt>
    <dgm:pt modelId="{BEE013AD-AF16-49D0-AF1C-C2008A017339}" type="pres">
      <dgm:prSet presAssocID="{6EE8C301-EFE2-4CB9-B704-E637A10259B5}" presName="connectorText" presStyleLbl="sibTrans1D1" presStyleIdx="2" presStyleCnt="9"/>
      <dgm:spPr/>
    </dgm:pt>
    <dgm:pt modelId="{7FDEAEA9-1F2F-4F92-9E6D-40170716889B}" type="pres">
      <dgm:prSet presAssocID="{5B602B23-BB6B-4DA7-892D-2069A7662613}" presName="node" presStyleLbl="node1" presStyleIdx="3" presStyleCnt="10" custScaleX="85610" custScaleY="126307">
        <dgm:presLayoutVars>
          <dgm:bulletEnabled val="1"/>
        </dgm:presLayoutVars>
      </dgm:prSet>
      <dgm:spPr/>
    </dgm:pt>
    <dgm:pt modelId="{B583718B-B8BD-4100-AEFF-3E89C22E45AD}" type="pres">
      <dgm:prSet presAssocID="{93E17833-AB07-4C0F-AFAC-0E4962281C0F}" presName="sibTrans" presStyleLbl="sibTrans1D1" presStyleIdx="3" presStyleCnt="9" custSzY="1440002" custScaleX="411871"/>
      <dgm:spPr/>
    </dgm:pt>
    <dgm:pt modelId="{F2AB7769-FF1D-4AA7-ACCD-9B53D2C9B1D8}" type="pres">
      <dgm:prSet presAssocID="{93E17833-AB07-4C0F-AFAC-0E4962281C0F}" presName="connectorText" presStyleLbl="sibTrans1D1" presStyleIdx="3" presStyleCnt="9"/>
      <dgm:spPr/>
    </dgm:pt>
    <dgm:pt modelId="{C4E9C84C-DAAE-4C71-9CDF-244D7549C737}" type="pres">
      <dgm:prSet presAssocID="{D69734BE-ED6E-480E-A6A6-E5C80286B1A0}" presName="node" presStyleLbl="node1" presStyleIdx="4" presStyleCnt="10" custScaleX="85610" custScaleY="126307">
        <dgm:presLayoutVars>
          <dgm:bulletEnabled val="1"/>
        </dgm:presLayoutVars>
      </dgm:prSet>
      <dgm:spPr/>
    </dgm:pt>
    <dgm:pt modelId="{023F7CE5-197B-4A40-9491-ABE7649D449C}" type="pres">
      <dgm:prSet presAssocID="{AFB7F6C5-6B2D-45D9-A898-D54092D7EB10}" presName="sibTrans" presStyleLbl="sibTrans1D1" presStyleIdx="4" presStyleCnt="9" custSzY="1440000" custScaleX="411872"/>
      <dgm:spPr/>
    </dgm:pt>
    <dgm:pt modelId="{2BEE6187-FEF5-4DAE-A6BB-ACE2F291A89F}" type="pres">
      <dgm:prSet presAssocID="{AFB7F6C5-6B2D-45D9-A898-D54092D7EB10}" presName="connectorText" presStyleLbl="sibTrans1D1" presStyleIdx="4" presStyleCnt="9"/>
      <dgm:spPr/>
    </dgm:pt>
    <dgm:pt modelId="{7F6ABA70-1668-4E97-B505-913D33EE47B3}" type="pres">
      <dgm:prSet presAssocID="{C01F2A18-201B-4870-9060-69511C804670}" presName="node" presStyleLbl="node1" presStyleIdx="5" presStyleCnt="10" custScaleX="85610" custScaleY="126307">
        <dgm:presLayoutVars>
          <dgm:bulletEnabled val="1"/>
        </dgm:presLayoutVars>
      </dgm:prSet>
      <dgm:spPr/>
    </dgm:pt>
    <dgm:pt modelId="{34438BB3-50D9-4DF1-A5AF-E3959CD0BE36}" type="pres">
      <dgm:prSet presAssocID="{0F5E566A-D164-41A8-95EB-0123C2777AD6}" presName="sibTrans" presStyleLbl="sibTrans1D1" presStyleIdx="5" presStyleCnt="9" custSzY="1440000" custScaleX="411872"/>
      <dgm:spPr/>
    </dgm:pt>
    <dgm:pt modelId="{9EC155E1-5AE0-486D-8E3E-5A9E8C20DAF3}" type="pres">
      <dgm:prSet presAssocID="{0F5E566A-D164-41A8-95EB-0123C2777AD6}" presName="connectorText" presStyleLbl="sibTrans1D1" presStyleIdx="5" presStyleCnt="9"/>
      <dgm:spPr/>
    </dgm:pt>
    <dgm:pt modelId="{6051DC3F-052F-46A6-89C3-9E0ED1DFCA86}" type="pres">
      <dgm:prSet presAssocID="{B7413A47-A288-48EF-AD61-BCCC12667F91}" presName="node" presStyleLbl="node1" presStyleIdx="6" presStyleCnt="10" custScaleX="85610" custScaleY="126307">
        <dgm:presLayoutVars>
          <dgm:bulletEnabled val="1"/>
        </dgm:presLayoutVars>
      </dgm:prSet>
      <dgm:spPr/>
    </dgm:pt>
    <dgm:pt modelId="{920D52AD-D8BF-4C16-94E4-6428C3DE63B5}" type="pres">
      <dgm:prSet presAssocID="{F2C732B0-D68F-42AF-8EE9-1E7B62A867D2}" presName="sibTrans" presStyleLbl="sibTrans1D1" presStyleIdx="6" presStyleCnt="9" custSzY="1440002" custScaleX="411871"/>
      <dgm:spPr/>
    </dgm:pt>
    <dgm:pt modelId="{D78DD326-CF7F-4392-B4D0-71790B55863D}" type="pres">
      <dgm:prSet presAssocID="{F2C732B0-D68F-42AF-8EE9-1E7B62A867D2}" presName="connectorText" presStyleLbl="sibTrans1D1" presStyleIdx="6" presStyleCnt="9"/>
      <dgm:spPr/>
    </dgm:pt>
    <dgm:pt modelId="{58D80364-97B1-4BC9-8DFE-2D3296C646E1}" type="pres">
      <dgm:prSet presAssocID="{A53A12C8-7916-4B3E-A20A-32C5AA9F2790}" presName="node" presStyleLbl="node1" presStyleIdx="7" presStyleCnt="10" custScaleX="85610" custScaleY="126307">
        <dgm:presLayoutVars>
          <dgm:bulletEnabled val="1"/>
        </dgm:presLayoutVars>
      </dgm:prSet>
      <dgm:spPr/>
    </dgm:pt>
    <dgm:pt modelId="{6E2DE99B-F444-4169-A676-4033EC9EB57A}" type="pres">
      <dgm:prSet presAssocID="{98775ADC-D646-426B-BAE2-75BA23F772A6}" presName="sibTrans" presStyleLbl="sibTrans1D1" presStyleIdx="7" presStyleCnt="9" custSzY="1440000" custScaleX="411872"/>
      <dgm:spPr/>
    </dgm:pt>
    <dgm:pt modelId="{58B93919-FE89-40CE-9E20-C10EBDC22B34}" type="pres">
      <dgm:prSet presAssocID="{98775ADC-D646-426B-BAE2-75BA23F772A6}" presName="connectorText" presStyleLbl="sibTrans1D1" presStyleIdx="7" presStyleCnt="9"/>
      <dgm:spPr/>
    </dgm:pt>
    <dgm:pt modelId="{430E40E5-7795-4941-B446-3642D229755B}" type="pres">
      <dgm:prSet presAssocID="{465B4EE3-42CE-45EE-AB46-E7E89DD5B37A}" presName="node" presStyleLbl="node1" presStyleIdx="8" presStyleCnt="10" custScaleX="85610" custScaleY="126307">
        <dgm:presLayoutVars>
          <dgm:bulletEnabled val="1"/>
        </dgm:presLayoutVars>
      </dgm:prSet>
      <dgm:spPr/>
    </dgm:pt>
    <dgm:pt modelId="{ADFA776D-F740-4F0B-A4B9-83DC6A092B0B}" type="pres">
      <dgm:prSet presAssocID="{CAD31077-9F95-4131-B232-4D9DFB659458}" presName="sibTrans" presStyleLbl="sibTrans1D1" presStyleIdx="8" presStyleCnt="9" custSzY="1440000" custScaleX="411872"/>
      <dgm:spPr/>
    </dgm:pt>
    <dgm:pt modelId="{A007BDEB-ED7F-42C0-8F44-DECF9CCAB72F}" type="pres">
      <dgm:prSet presAssocID="{CAD31077-9F95-4131-B232-4D9DFB659458}" presName="connectorText" presStyleLbl="sibTrans1D1" presStyleIdx="8" presStyleCnt="9"/>
      <dgm:spPr/>
    </dgm:pt>
    <dgm:pt modelId="{A2B886D1-9E4E-47FF-8A5E-CE5B43284C1C}" type="pres">
      <dgm:prSet presAssocID="{8C7F4C23-3BDA-42A8-B051-0FF4DFF8EEEA}" presName="node" presStyleLbl="node1" presStyleIdx="9" presStyleCnt="10" custScaleX="85610" custScaleY="126307">
        <dgm:presLayoutVars>
          <dgm:bulletEnabled val="1"/>
        </dgm:presLayoutVars>
      </dgm:prSet>
      <dgm:spPr/>
    </dgm:pt>
  </dgm:ptLst>
  <dgm:cxnLst>
    <dgm:cxn modelId="{4344490D-C4BD-4BDE-B569-49F3B06AF46A}" type="presOf" srcId="{16447A69-41B8-439B-9CAB-5C57A813F017}" destId="{9B6E235D-4D68-4C78-AAAE-5738B71403D3}" srcOrd="0" destOrd="0" presId="urn:microsoft.com/office/officeart/2005/8/layout/bProcess3"/>
    <dgm:cxn modelId="{28B4711A-CDE9-493A-93C4-4734DEFBA250}" type="presOf" srcId="{E5D7C95E-4E95-4CCE-ABF1-B1BA5920BE44}" destId="{E2756935-4B82-461D-AE6E-489BF9D27B47}" srcOrd="0" destOrd="0" presId="urn:microsoft.com/office/officeart/2005/8/layout/bProcess3"/>
    <dgm:cxn modelId="{F37CCF1E-B094-4ABC-A017-94B0095FA7F3}" type="presOf" srcId="{191D30AE-9107-4CDE-B497-C046C753D4C7}" destId="{F6FADD66-D40E-46BB-B8C2-DB98C30BE04C}" srcOrd="0" destOrd="0" presId="urn:microsoft.com/office/officeart/2005/8/layout/bProcess3"/>
    <dgm:cxn modelId="{BF48571F-670A-4F1B-B8E8-E8AF69E9D34B}" type="presOf" srcId="{6EE8C301-EFE2-4CB9-B704-E637A10259B5}" destId="{BEE013AD-AF16-49D0-AF1C-C2008A017339}" srcOrd="1" destOrd="0" presId="urn:microsoft.com/office/officeart/2005/8/layout/bProcess3"/>
    <dgm:cxn modelId="{3B6CB620-DCCD-496D-9BB7-4E02C768AE9B}" type="presOf" srcId="{0F5E566A-D164-41A8-95EB-0123C2777AD6}" destId="{9EC155E1-5AE0-486D-8E3E-5A9E8C20DAF3}" srcOrd="1" destOrd="0" presId="urn:microsoft.com/office/officeart/2005/8/layout/bProcess3"/>
    <dgm:cxn modelId="{A279FE38-04FF-4D95-ABFF-830B64D08A8B}" type="presOf" srcId="{F2C732B0-D68F-42AF-8EE9-1E7B62A867D2}" destId="{920D52AD-D8BF-4C16-94E4-6428C3DE63B5}" srcOrd="0" destOrd="0" presId="urn:microsoft.com/office/officeart/2005/8/layout/bProcess3"/>
    <dgm:cxn modelId="{8AAF403C-D550-48B4-8042-0C1F0C477B25}" type="presOf" srcId="{93E17833-AB07-4C0F-AFAC-0E4962281C0F}" destId="{B583718B-B8BD-4100-AEFF-3E89C22E45AD}" srcOrd="0" destOrd="0" presId="urn:microsoft.com/office/officeart/2005/8/layout/bProcess3"/>
    <dgm:cxn modelId="{68B41C5B-68E1-4FAD-B362-1E209886CB6E}" type="presOf" srcId="{46BD8093-CDFC-43E4-9AE7-EF9743255542}" destId="{7073B2D7-7A6D-4E31-B796-F66C12E3758B}" srcOrd="0" destOrd="0" presId="urn:microsoft.com/office/officeart/2005/8/layout/bProcess3"/>
    <dgm:cxn modelId="{3386155E-5ED3-44E0-8F8E-170FE470F311}" type="presOf" srcId="{191D30AE-9107-4CDE-B497-C046C753D4C7}" destId="{AFA7104B-6F38-45F1-9DEE-252161D84FD4}" srcOrd="1" destOrd="0" presId="urn:microsoft.com/office/officeart/2005/8/layout/bProcess3"/>
    <dgm:cxn modelId="{EBA14263-78C3-4322-B5CE-64EB611AC1E8}" srcId="{46BD8093-CDFC-43E4-9AE7-EF9743255542}" destId="{C01F2A18-201B-4870-9060-69511C804670}" srcOrd="5" destOrd="0" parTransId="{9578B860-294F-4CF6-B5D0-F7B745271ACC}" sibTransId="{0F5E566A-D164-41A8-95EB-0123C2777AD6}"/>
    <dgm:cxn modelId="{0D7F1449-7B51-4810-8351-3B48A8A68D78}" type="presOf" srcId="{D69734BE-ED6E-480E-A6A6-E5C80286B1A0}" destId="{C4E9C84C-DAAE-4C71-9CDF-244D7549C737}" srcOrd="0" destOrd="0" presId="urn:microsoft.com/office/officeart/2005/8/layout/bProcess3"/>
    <dgm:cxn modelId="{FBFCD26C-5CCF-4AD5-A191-688924E13B01}" type="presOf" srcId="{5B602B23-BB6B-4DA7-892D-2069A7662613}" destId="{7FDEAEA9-1F2F-4F92-9E6D-40170716889B}" srcOrd="0" destOrd="0" presId="urn:microsoft.com/office/officeart/2005/8/layout/bProcess3"/>
    <dgm:cxn modelId="{94217B51-7656-40A8-9F4A-5D42634F3859}" srcId="{46BD8093-CDFC-43E4-9AE7-EF9743255542}" destId="{465B4EE3-42CE-45EE-AB46-E7E89DD5B37A}" srcOrd="8" destOrd="0" parTransId="{41A2FF2E-F70C-4E7D-8A7A-AE970F67355F}" sibTransId="{CAD31077-9F95-4131-B232-4D9DFB659458}"/>
    <dgm:cxn modelId="{CABBFA71-4B61-4BD9-8A96-76D410F80AD5}" type="presOf" srcId="{E5D7C95E-4E95-4CCE-ABF1-B1BA5920BE44}" destId="{43A521B8-9B32-452A-8FAB-E3B22D8EE5B6}" srcOrd="1" destOrd="0" presId="urn:microsoft.com/office/officeart/2005/8/layout/bProcess3"/>
    <dgm:cxn modelId="{0D2FC073-BC88-4079-AC58-305BBBE1A7AF}" type="presOf" srcId="{465B4EE3-42CE-45EE-AB46-E7E89DD5B37A}" destId="{430E40E5-7795-4941-B446-3642D229755B}" srcOrd="0" destOrd="0" presId="urn:microsoft.com/office/officeart/2005/8/layout/bProcess3"/>
    <dgm:cxn modelId="{6E022C55-42A0-40D9-B112-0EE0DFFD8E89}" type="presOf" srcId="{CAD31077-9F95-4131-B232-4D9DFB659458}" destId="{ADFA776D-F740-4F0B-A4B9-83DC6A092B0B}" srcOrd="0" destOrd="0" presId="urn:microsoft.com/office/officeart/2005/8/layout/bProcess3"/>
    <dgm:cxn modelId="{831CE581-9E81-454D-BD0A-E9422C8A9881}" type="presOf" srcId="{AFB7F6C5-6B2D-45D9-A898-D54092D7EB10}" destId="{2BEE6187-FEF5-4DAE-A6BB-ACE2F291A89F}" srcOrd="1" destOrd="0" presId="urn:microsoft.com/office/officeart/2005/8/layout/bProcess3"/>
    <dgm:cxn modelId="{E20DDD82-D14E-4555-8239-DBF0C2C33C5F}" srcId="{46BD8093-CDFC-43E4-9AE7-EF9743255542}" destId="{A53A12C8-7916-4B3E-A20A-32C5AA9F2790}" srcOrd="7" destOrd="0" parTransId="{CA7C821B-2B80-4ADC-ABC6-6B88AF80A070}" sibTransId="{98775ADC-D646-426B-BAE2-75BA23F772A6}"/>
    <dgm:cxn modelId="{97EA1A84-F21A-45F7-A582-B8BEB2EB0E0A}" type="presOf" srcId="{D188EE3A-1A74-4E89-B418-7AA7122920CE}" destId="{CA7BC67E-ACD9-42DA-BD03-5D2D95311BC6}" srcOrd="0" destOrd="0" presId="urn:microsoft.com/office/officeart/2005/8/layout/bProcess3"/>
    <dgm:cxn modelId="{57ADCA8E-E803-4F41-BE45-E3E7D6E419DC}" type="presOf" srcId="{6EE8C301-EFE2-4CB9-B704-E637A10259B5}" destId="{EAEDB199-96FF-4E67-BCFE-6E302FF8A1F7}" srcOrd="0" destOrd="0" presId="urn:microsoft.com/office/officeart/2005/8/layout/bProcess3"/>
    <dgm:cxn modelId="{7D6C2690-4330-487C-884D-928079625419}" type="presOf" srcId="{A53A12C8-7916-4B3E-A20A-32C5AA9F2790}" destId="{58D80364-97B1-4BC9-8DFE-2D3296C646E1}" srcOrd="0" destOrd="0" presId="urn:microsoft.com/office/officeart/2005/8/layout/bProcess3"/>
    <dgm:cxn modelId="{BB889795-A27E-44FD-837F-525BCBA0DE7E}" srcId="{46BD8093-CDFC-43E4-9AE7-EF9743255542}" destId="{D69734BE-ED6E-480E-A6A6-E5C80286B1A0}" srcOrd="4" destOrd="0" parTransId="{C77927BF-5A16-4A31-8C57-CDE0BE8A6C9A}" sibTransId="{AFB7F6C5-6B2D-45D9-A898-D54092D7EB10}"/>
    <dgm:cxn modelId="{2DFFCC97-9BCA-42F1-AB62-3F6B813B9D0E}" type="presOf" srcId="{AFB7F6C5-6B2D-45D9-A898-D54092D7EB10}" destId="{023F7CE5-197B-4A40-9491-ABE7649D449C}" srcOrd="0" destOrd="0" presId="urn:microsoft.com/office/officeart/2005/8/layout/bProcess3"/>
    <dgm:cxn modelId="{0B0CF69B-8A09-4CAB-8D60-565E25372241}" type="presOf" srcId="{98775ADC-D646-426B-BAE2-75BA23F772A6}" destId="{58B93919-FE89-40CE-9E20-C10EBDC22B34}" srcOrd="1" destOrd="0" presId="urn:microsoft.com/office/officeart/2005/8/layout/bProcess3"/>
    <dgm:cxn modelId="{32BD12A9-7441-462B-A732-A73211DF6A0B}" srcId="{46BD8093-CDFC-43E4-9AE7-EF9743255542}" destId="{8C7F4C23-3BDA-42A8-B051-0FF4DFF8EEEA}" srcOrd="9" destOrd="0" parTransId="{1EF10A73-5410-4B41-81A9-B99CDC4DF0FD}" sibTransId="{59E6E698-EB2F-45C2-836D-650A847B2204}"/>
    <dgm:cxn modelId="{3B3A97B7-F447-43C9-B8C3-AA6E30015A22}" type="presOf" srcId="{C01F2A18-201B-4870-9060-69511C804670}" destId="{7F6ABA70-1668-4E97-B505-913D33EE47B3}" srcOrd="0" destOrd="0" presId="urn:microsoft.com/office/officeart/2005/8/layout/bProcess3"/>
    <dgm:cxn modelId="{D5BAE8C6-796F-4055-AB3F-3D3032EC9014}" type="presOf" srcId="{93E17833-AB07-4C0F-AFAC-0E4962281C0F}" destId="{F2AB7769-FF1D-4AA7-ACCD-9B53D2C9B1D8}" srcOrd="1" destOrd="0" presId="urn:microsoft.com/office/officeart/2005/8/layout/bProcess3"/>
    <dgm:cxn modelId="{B51A0FC8-3B82-4F27-9756-D4C83F1516C4}" srcId="{46BD8093-CDFC-43E4-9AE7-EF9743255542}" destId="{D188EE3A-1A74-4E89-B418-7AA7122920CE}" srcOrd="2" destOrd="0" parTransId="{2CF7E719-F822-4FAE-A8C6-73679D7DF22F}" sibTransId="{6EE8C301-EFE2-4CB9-B704-E637A10259B5}"/>
    <dgm:cxn modelId="{08F3C6CA-29A0-40AF-92DE-83C88650F386}" type="presOf" srcId="{B232CA91-175E-4D43-B858-A29597B523C2}" destId="{9F09C1BE-C5E8-4C1D-BA65-964D1DEC39C8}" srcOrd="0" destOrd="0" presId="urn:microsoft.com/office/officeart/2005/8/layout/bProcess3"/>
    <dgm:cxn modelId="{B65552CC-2B2E-45BE-AA3F-5810994F13AD}" type="presOf" srcId="{CAD31077-9F95-4131-B232-4D9DFB659458}" destId="{A007BDEB-ED7F-42C0-8F44-DECF9CCAB72F}" srcOrd="1" destOrd="0" presId="urn:microsoft.com/office/officeart/2005/8/layout/bProcess3"/>
    <dgm:cxn modelId="{9AAB7BCF-3D34-4AB3-B78F-932183BE2164}" type="presOf" srcId="{98775ADC-D646-426B-BAE2-75BA23F772A6}" destId="{6E2DE99B-F444-4169-A676-4033EC9EB57A}" srcOrd="0" destOrd="0" presId="urn:microsoft.com/office/officeart/2005/8/layout/bProcess3"/>
    <dgm:cxn modelId="{938DDED5-B92A-408B-B1BD-5C243A42A5DC}" srcId="{46BD8093-CDFC-43E4-9AE7-EF9743255542}" destId="{B232CA91-175E-4D43-B858-A29597B523C2}" srcOrd="1" destOrd="0" parTransId="{2B52828B-B9DE-467D-9264-5F58AAD56F18}" sibTransId="{E5D7C95E-4E95-4CCE-ABF1-B1BA5920BE44}"/>
    <dgm:cxn modelId="{CEFF15DA-ADAC-460B-BA1B-3965BD4B7F9D}" type="presOf" srcId="{8C7F4C23-3BDA-42A8-B051-0FF4DFF8EEEA}" destId="{A2B886D1-9E4E-47FF-8A5E-CE5B43284C1C}" srcOrd="0" destOrd="0" presId="urn:microsoft.com/office/officeart/2005/8/layout/bProcess3"/>
    <dgm:cxn modelId="{FCBB64DA-D941-44BC-B1D5-9B66C1A3DD50}" type="presOf" srcId="{F2C732B0-D68F-42AF-8EE9-1E7B62A867D2}" destId="{D78DD326-CF7F-4392-B4D0-71790B55863D}" srcOrd="1" destOrd="0" presId="urn:microsoft.com/office/officeart/2005/8/layout/bProcess3"/>
    <dgm:cxn modelId="{BDC1B4DF-AE40-48E2-8DA5-0AC09BA8DF55}" srcId="{46BD8093-CDFC-43E4-9AE7-EF9743255542}" destId="{B7413A47-A288-48EF-AD61-BCCC12667F91}" srcOrd="6" destOrd="0" parTransId="{A349876D-EDEE-4D4A-BE01-9001067EE961}" sibTransId="{F2C732B0-D68F-42AF-8EE9-1E7B62A867D2}"/>
    <dgm:cxn modelId="{211C85E4-24F4-4694-B729-0E8ECD85F0C9}" srcId="{46BD8093-CDFC-43E4-9AE7-EF9743255542}" destId="{16447A69-41B8-439B-9CAB-5C57A813F017}" srcOrd="0" destOrd="0" parTransId="{3422626C-C5BE-4BEE-92F9-EA6C646BEAD1}" sibTransId="{191D30AE-9107-4CDE-B497-C046C753D4C7}"/>
    <dgm:cxn modelId="{C4AB43E6-F0A8-4B85-99CB-0D48D3C54A01}" srcId="{46BD8093-CDFC-43E4-9AE7-EF9743255542}" destId="{5B602B23-BB6B-4DA7-892D-2069A7662613}" srcOrd="3" destOrd="0" parTransId="{62049BAB-F608-478F-A0FE-E5D5B9D8AD83}" sibTransId="{93E17833-AB07-4C0F-AFAC-0E4962281C0F}"/>
    <dgm:cxn modelId="{5F251FF3-2E44-4326-A84D-198DDF94B7CC}" type="presOf" srcId="{B7413A47-A288-48EF-AD61-BCCC12667F91}" destId="{6051DC3F-052F-46A6-89C3-9E0ED1DFCA86}" srcOrd="0" destOrd="0" presId="urn:microsoft.com/office/officeart/2005/8/layout/bProcess3"/>
    <dgm:cxn modelId="{F03D9AF8-FC8E-4031-8F2F-834B89E4D5F4}" type="presOf" srcId="{0F5E566A-D164-41A8-95EB-0123C2777AD6}" destId="{34438BB3-50D9-4DF1-A5AF-E3959CD0BE36}" srcOrd="0" destOrd="0" presId="urn:microsoft.com/office/officeart/2005/8/layout/bProcess3"/>
    <dgm:cxn modelId="{9599E6FB-A1A3-41F5-BF15-488D0D10F1C3}" type="presParOf" srcId="{7073B2D7-7A6D-4E31-B796-F66C12E3758B}" destId="{9B6E235D-4D68-4C78-AAAE-5738B71403D3}" srcOrd="0" destOrd="0" presId="urn:microsoft.com/office/officeart/2005/8/layout/bProcess3"/>
    <dgm:cxn modelId="{885B7D37-6DC0-417E-9822-860CB65FA65A}" type="presParOf" srcId="{7073B2D7-7A6D-4E31-B796-F66C12E3758B}" destId="{F6FADD66-D40E-46BB-B8C2-DB98C30BE04C}" srcOrd="1" destOrd="0" presId="urn:microsoft.com/office/officeart/2005/8/layout/bProcess3"/>
    <dgm:cxn modelId="{88F9ADC7-A8FC-4920-8A22-977E5BD2D1D0}" type="presParOf" srcId="{F6FADD66-D40E-46BB-B8C2-DB98C30BE04C}" destId="{AFA7104B-6F38-45F1-9DEE-252161D84FD4}" srcOrd="0" destOrd="0" presId="urn:microsoft.com/office/officeart/2005/8/layout/bProcess3"/>
    <dgm:cxn modelId="{2F6FABB6-8A06-4B2D-9AB0-1F19E1F8E988}" type="presParOf" srcId="{7073B2D7-7A6D-4E31-B796-F66C12E3758B}" destId="{9F09C1BE-C5E8-4C1D-BA65-964D1DEC39C8}" srcOrd="2" destOrd="0" presId="urn:microsoft.com/office/officeart/2005/8/layout/bProcess3"/>
    <dgm:cxn modelId="{B5CB61DD-ABE7-4D5D-B3B6-EE95DD719F70}" type="presParOf" srcId="{7073B2D7-7A6D-4E31-B796-F66C12E3758B}" destId="{E2756935-4B82-461D-AE6E-489BF9D27B47}" srcOrd="3" destOrd="0" presId="urn:microsoft.com/office/officeart/2005/8/layout/bProcess3"/>
    <dgm:cxn modelId="{1A80E89B-B15A-41F9-B3D8-C63042EF2573}" type="presParOf" srcId="{E2756935-4B82-461D-AE6E-489BF9D27B47}" destId="{43A521B8-9B32-452A-8FAB-E3B22D8EE5B6}" srcOrd="0" destOrd="0" presId="urn:microsoft.com/office/officeart/2005/8/layout/bProcess3"/>
    <dgm:cxn modelId="{75F7723C-E5DB-47ED-A216-363B874D8058}" type="presParOf" srcId="{7073B2D7-7A6D-4E31-B796-F66C12E3758B}" destId="{CA7BC67E-ACD9-42DA-BD03-5D2D95311BC6}" srcOrd="4" destOrd="0" presId="urn:microsoft.com/office/officeart/2005/8/layout/bProcess3"/>
    <dgm:cxn modelId="{9ABC62B3-5CFB-46CC-88FA-3A354A5A92F9}" type="presParOf" srcId="{7073B2D7-7A6D-4E31-B796-F66C12E3758B}" destId="{EAEDB199-96FF-4E67-BCFE-6E302FF8A1F7}" srcOrd="5" destOrd="0" presId="urn:microsoft.com/office/officeart/2005/8/layout/bProcess3"/>
    <dgm:cxn modelId="{BAEC5059-7A76-49C5-BCB6-DC9913112B4A}" type="presParOf" srcId="{EAEDB199-96FF-4E67-BCFE-6E302FF8A1F7}" destId="{BEE013AD-AF16-49D0-AF1C-C2008A017339}" srcOrd="0" destOrd="0" presId="urn:microsoft.com/office/officeart/2005/8/layout/bProcess3"/>
    <dgm:cxn modelId="{C50E7180-B466-4715-B9A2-DE0EB23E103C}" type="presParOf" srcId="{7073B2D7-7A6D-4E31-B796-F66C12E3758B}" destId="{7FDEAEA9-1F2F-4F92-9E6D-40170716889B}" srcOrd="6" destOrd="0" presId="urn:microsoft.com/office/officeart/2005/8/layout/bProcess3"/>
    <dgm:cxn modelId="{9EE218F7-40A2-4C60-8049-2284FBE0F394}" type="presParOf" srcId="{7073B2D7-7A6D-4E31-B796-F66C12E3758B}" destId="{B583718B-B8BD-4100-AEFF-3E89C22E45AD}" srcOrd="7" destOrd="0" presId="urn:microsoft.com/office/officeart/2005/8/layout/bProcess3"/>
    <dgm:cxn modelId="{794ECEE6-AAED-4386-B233-760FC460FA41}" type="presParOf" srcId="{B583718B-B8BD-4100-AEFF-3E89C22E45AD}" destId="{F2AB7769-FF1D-4AA7-ACCD-9B53D2C9B1D8}" srcOrd="0" destOrd="0" presId="urn:microsoft.com/office/officeart/2005/8/layout/bProcess3"/>
    <dgm:cxn modelId="{50F47E85-0781-4522-A585-F3D7A8B2CB11}" type="presParOf" srcId="{7073B2D7-7A6D-4E31-B796-F66C12E3758B}" destId="{C4E9C84C-DAAE-4C71-9CDF-244D7549C737}" srcOrd="8" destOrd="0" presId="urn:microsoft.com/office/officeart/2005/8/layout/bProcess3"/>
    <dgm:cxn modelId="{3F7411CF-61D9-4AA1-8B85-1384E598A69B}" type="presParOf" srcId="{7073B2D7-7A6D-4E31-B796-F66C12E3758B}" destId="{023F7CE5-197B-4A40-9491-ABE7649D449C}" srcOrd="9" destOrd="0" presId="urn:microsoft.com/office/officeart/2005/8/layout/bProcess3"/>
    <dgm:cxn modelId="{346FFC9A-4534-42AB-BCB8-E15F41BC229C}" type="presParOf" srcId="{023F7CE5-197B-4A40-9491-ABE7649D449C}" destId="{2BEE6187-FEF5-4DAE-A6BB-ACE2F291A89F}" srcOrd="0" destOrd="0" presId="urn:microsoft.com/office/officeart/2005/8/layout/bProcess3"/>
    <dgm:cxn modelId="{698F9AB2-E8FD-4F95-887A-13553D86DF0B}" type="presParOf" srcId="{7073B2D7-7A6D-4E31-B796-F66C12E3758B}" destId="{7F6ABA70-1668-4E97-B505-913D33EE47B3}" srcOrd="10" destOrd="0" presId="urn:microsoft.com/office/officeart/2005/8/layout/bProcess3"/>
    <dgm:cxn modelId="{9D040215-6D86-4CFF-9AF7-33F79DA5E0EB}" type="presParOf" srcId="{7073B2D7-7A6D-4E31-B796-F66C12E3758B}" destId="{34438BB3-50D9-4DF1-A5AF-E3959CD0BE36}" srcOrd="11" destOrd="0" presId="urn:microsoft.com/office/officeart/2005/8/layout/bProcess3"/>
    <dgm:cxn modelId="{48CE1FA3-9473-4DB1-9A96-6E2B30E79021}" type="presParOf" srcId="{34438BB3-50D9-4DF1-A5AF-E3959CD0BE36}" destId="{9EC155E1-5AE0-486D-8E3E-5A9E8C20DAF3}" srcOrd="0" destOrd="0" presId="urn:microsoft.com/office/officeart/2005/8/layout/bProcess3"/>
    <dgm:cxn modelId="{723A5FA3-49C2-429D-8633-4541B6DAF13A}" type="presParOf" srcId="{7073B2D7-7A6D-4E31-B796-F66C12E3758B}" destId="{6051DC3F-052F-46A6-89C3-9E0ED1DFCA86}" srcOrd="12" destOrd="0" presId="urn:microsoft.com/office/officeart/2005/8/layout/bProcess3"/>
    <dgm:cxn modelId="{A3238A44-5B1A-4F20-B285-A8A0A1D12372}" type="presParOf" srcId="{7073B2D7-7A6D-4E31-B796-F66C12E3758B}" destId="{920D52AD-D8BF-4C16-94E4-6428C3DE63B5}" srcOrd="13" destOrd="0" presId="urn:microsoft.com/office/officeart/2005/8/layout/bProcess3"/>
    <dgm:cxn modelId="{F4A23EA6-7C82-478D-B354-82EC8C298D1B}" type="presParOf" srcId="{920D52AD-D8BF-4C16-94E4-6428C3DE63B5}" destId="{D78DD326-CF7F-4392-B4D0-71790B55863D}" srcOrd="0" destOrd="0" presId="urn:microsoft.com/office/officeart/2005/8/layout/bProcess3"/>
    <dgm:cxn modelId="{EA34853F-ECF5-45BE-9E18-8DA18D200319}" type="presParOf" srcId="{7073B2D7-7A6D-4E31-B796-F66C12E3758B}" destId="{58D80364-97B1-4BC9-8DFE-2D3296C646E1}" srcOrd="14" destOrd="0" presId="urn:microsoft.com/office/officeart/2005/8/layout/bProcess3"/>
    <dgm:cxn modelId="{E4888513-7C56-4D25-8E50-524C8DCF54FD}" type="presParOf" srcId="{7073B2D7-7A6D-4E31-B796-F66C12E3758B}" destId="{6E2DE99B-F444-4169-A676-4033EC9EB57A}" srcOrd="15" destOrd="0" presId="urn:microsoft.com/office/officeart/2005/8/layout/bProcess3"/>
    <dgm:cxn modelId="{B68FE754-2D1A-44CF-A247-80AB417B9389}" type="presParOf" srcId="{6E2DE99B-F444-4169-A676-4033EC9EB57A}" destId="{58B93919-FE89-40CE-9E20-C10EBDC22B34}" srcOrd="0" destOrd="0" presId="urn:microsoft.com/office/officeart/2005/8/layout/bProcess3"/>
    <dgm:cxn modelId="{AB605B09-F134-4E9D-85A5-F8378505660A}" type="presParOf" srcId="{7073B2D7-7A6D-4E31-B796-F66C12E3758B}" destId="{430E40E5-7795-4941-B446-3642D229755B}" srcOrd="16" destOrd="0" presId="urn:microsoft.com/office/officeart/2005/8/layout/bProcess3"/>
    <dgm:cxn modelId="{D79AB72F-6D27-4BD8-867B-442DCC50CD37}" type="presParOf" srcId="{7073B2D7-7A6D-4E31-B796-F66C12E3758B}" destId="{ADFA776D-F740-4F0B-A4B9-83DC6A092B0B}" srcOrd="17" destOrd="0" presId="urn:microsoft.com/office/officeart/2005/8/layout/bProcess3"/>
    <dgm:cxn modelId="{DB274D3F-103A-46E7-BF84-0E6DA964EC4B}" type="presParOf" srcId="{ADFA776D-F740-4F0B-A4B9-83DC6A092B0B}" destId="{A007BDEB-ED7F-42C0-8F44-DECF9CCAB72F}" srcOrd="0" destOrd="0" presId="urn:microsoft.com/office/officeart/2005/8/layout/bProcess3"/>
    <dgm:cxn modelId="{A95204FF-F38D-49C3-BC9F-F6C0BC433145}" type="presParOf" srcId="{7073B2D7-7A6D-4E31-B796-F66C12E3758B}" destId="{A2B886D1-9E4E-47FF-8A5E-CE5B43284C1C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AED4A9-FAA3-4895-BF13-FC18ADA89011}" type="doc">
      <dgm:prSet loTypeId="urn:microsoft.com/office/officeart/2005/8/layout/bProcess3" loCatId="process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D8548F4-A967-42BB-B687-0ABBBF0FB1A9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1" i="0" u="none" strike="noStrike" cap="none" normalizeH="0" baseline="0" noProof="0" dirty="0">
              <a:effectLst/>
            </a:rPr>
            <a:t>1. Atualização no Servidor Primário</a:t>
          </a:r>
          <a:endParaRPr lang="pt-PT" sz="1400" noProof="0" dirty="0"/>
        </a:p>
      </dgm:t>
    </dgm:pt>
    <dgm:pt modelId="{E29CF7AD-2636-466A-B386-ED19ABBD2E9A}" type="parTrans" cxnId="{62FE883E-B8DE-4E54-AB52-30DC0ACFD5CD}">
      <dgm:prSet/>
      <dgm:spPr/>
      <dgm:t>
        <a:bodyPr/>
        <a:lstStyle/>
        <a:p>
          <a:endParaRPr lang="en-US"/>
        </a:p>
      </dgm:t>
    </dgm:pt>
    <dgm:pt modelId="{D16DA678-2107-4C4B-B53E-F96304B27BEC}" type="sibTrans" cxnId="{62FE883E-B8DE-4E54-AB52-30DC0ACFD5CD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D0FAB7B7-FC24-4CB2-9B42-46664F9AAB0D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0" i="0" u="none" strike="noStrike" cap="none" normalizeH="0" baseline="0" noProof="0" dirty="0">
              <a:effectLst/>
            </a:rPr>
            <a:t>Ocorre uma operação de escrita (ex: criação de pergunta).</a:t>
          </a:r>
        </a:p>
      </dgm:t>
    </dgm:pt>
    <dgm:pt modelId="{D66433F3-133A-4387-A4F7-5894028FBBC4}" type="parTrans" cxnId="{AB0CFDDA-A157-4CB2-B2BF-045C54D6AE8C}">
      <dgm:prSet/>
      <dgm:spPr/>
      <dgm:t>
        <a:bodyPr/>
        <a:lstStyle/>
        <a:p>
          <a:endParaRPr lang="en-US"/>
        </a:p>
      </dgm:t>
    </dgm:pt>
    <dgm:pt modelId="{B948E6CE-22BC-4EEC-827C-68FFA0B5B36C}" type="sibTrans" cxnId="{AB0CFDDA-A157-4CB2-B2BF-045C54D6AE8C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37CDBD29-8570-460E-86C4-FC37278460EC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0" i="0" u="none" strike="noStrike" cap="none" normalizeH="0" baseline="0" noProof="0" dirty="0">
              <a:effectLst/>
            </a:rPr>
            <a:t>A </a:t>
          </a:r>
          <a:r>
            <a:rPr kumimoji="0" lang="pt-PT" sz="1400" b="0" i="1" u="none" strike="noStrike" cap="none" normalizeH="0" baseline="0" noProof="0" dirty="0">
              <a:effectLst/>
            </a:rPr>
            <a:t>Query SQL</a:t>
          </a:r>
          <a:r>
            <a:rPr kumimoji="0" lang="pt-PT" sz="1400" b="0" i="0" u="none" strike="noStrike" cap="none" normalizeH="0" baseline="0" noProof="0" dirty="0">
              <a:effectLst/>
            </a:rPr>
            <a:t> é executada localmente no Primário.</a:t>
          </a:r>
        </a:p>
      </dgm:t>
    </dgm:pt>
    <dgm:pt modelId="{085F6E1C-2C35-42AD-8859-00C698DDCE70}" type="parTrans" cxnId="{2A095B5A-8386-4618-9275-E74E0C99926B}">
      <dgm:prSet/>
      <dgm:spPr/>
      <dgm:t>
        <a:bodyPr/>
        <a:lstStyle/>
        <a:p>
          <a:endParaRPr lang="en-US"/>
        </a:p>
      </dgm:t>
    </dgm:pt>
    <dgm:pt modelId="{AF213386-27DE-4E51-A478-6E87C8326C09}" type="sibTrans" cxnId="{2A095B5A-8386-4618-9275-E74E0C99926B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D70C9DAC-C71B-4CB2-B920-BB01CDEDECE7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1" i="0" u="none" strike="noStrike" cap="none" normalizeH="0" baseline="0" noProof="0" dirty="0">
              <a:effectLst/>
            </a:rPr>
            <a:t>2. Difusão da Alteração</a:t>
          </a:r>
          <a:endParaRPr kumimoji="0" lang="pt-PT" sz="1400" b="0" i="0" u="none" strike="noStrike" cap="none" normalizeH="0" baseline="0" noProof="0" dirty="0">
            <a:effectLst/>
          </a:endParaRPr>
        </a:p>
      </dgm:t>
    </dgm:pt>
    <dgm:pt modelId="{29D51299-968D-437B-A673-3D5ABC8E31DD}" type="parTrans" cxnId="{35D2F3DD-1B33-4A6D-9912-6E7BC69E7E92}">
      <dgm:prSet/>
      <dgm:spPr/>
      <dgm:t>
        <a:bodyPr/>
        <a:lstStyle/>
        <a:p>
          <a:endParaRPr lang="en-US"/>
        </a:p>
      </dgm:t>
    </dgm:pt>
    <dgm:pt modelId="{468EE625-2A93-43B2-8AD9-F0DF4F1E8775}" type="sibTrans" cxnId="{35D2F3DD-1B33-4A6D-9912-6E7BC69E7E92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BB8F5014-EE3B-4E8F-9CDA-8600B134581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  <a:buFont typeface="Arial" panose="020B0604020202020204" pitchFamily="34" charset="0"/>
            <a:buChar char="•"/>
          </a:pPr>
          <a:r>
            <a:rPr kumimoji="0" lang="pt-PT" sz="1350" b="0" i="0" u="none" strike="noStrike" cap="none" normalizeH="0" baseline="0" noProof="0" dirty="0">
              <a:effectLst/>
            </a:rPr>
            <a:t>O Primário envia um </a:t>
          </a:r>
          <a:r>
            <a:rPr kumimoji="0" lang="pt-PT" sz="1350" b="0" i="1" u="none" strike="noStrike" cap="none" normalizeH="0" baseline="0" noProof="0" dirty="0">
              <a:effectLst/>
            </a:rPr>
            <a:t>Heartbeat</a:t>
          </a:r>
          <a:r>
            <a:rPr kumimoji="0" lang="pt-PT" sz="1350" b="0" i="0" u="none" strike="noStrike" cap="none" normalizeH="0" baseline="0" noProof="0" dirty="0">
              <a:effectLst/>
            </a:rPr>
            <a:t> (Multicast):</a:t>
          </a:r>
        </a:p>
      </dgm:t>
    </dgm:pt>
    <dgm:pt modelId="{603A2A9E-798F-45A5-8B57-DA786DE91841}" type="parTrans" cxnId="{CB6CDE9E-13D9-4220-8CE7-DD2CCBD5CBF8}">
      <dgm:prSet/>
      <dgm:spPr/>
      <dgm:t>
        <a:bodyPr/>
        <a:lstStyle/>
        <a:p>
          <a:endParaRPr lang="en-US"/>
        </a:p>
      </dgm:t>
    </dgm:pt>
    <dgm:pt modelId="{53DCC87B-0FD2-409B-862D-FC6AAF131432}" type="sibTrans" cxnId="{CB6CDE9E-13D9-4220-8CE7-DD2CCBD5CBF8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E53E5551-DDC8-4E88-875D-1572D40F24A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  <a:buFont typeface="Arial" panose="020B0604020202020204" pitchFamily="34" charset="0"/>
            <a:buChar char="•"/>
          </a:pPr>
          <a:r>
            <a:rPr kumimoji="0" lang="pt-PT" sz="1350" b="1" i="0" u="none" strike="noStrike" cap="none" normalizeH="0" baseline="0" noProof="0" dirty="0">
              <a:effectLst/>
            </a:rPr>
            <a:t>Nova Versão da BD </a:t>
          </a:r>
          <a:r>
            <a:rPr kumimoji="0" lang="pt-PT" sz="1350" b="0" i="0" u="none" strike="noStrike" cap="none" normalizeH="0" baseline="0" noProof="0" dirty="0">
              <a:effectLst/>
            </a:rPr>
            <a:t>(+1).</a:t>
          </a:r>
        </a:p>
      </dgm:t>
    </dgm:pt>
    <dgm:pt modelId="{5F040FC7-05DD-4BE1-BDB5-DE89B5812A8E}" type="parTrans" cxnId="{BBD1BD6B-537B-42AA-9BC5-53DEE0F6316F}">
      <dgm:prSet/>
      <dgm:spPr/>
      <dgm:t>
        <a:bodyPr/>
        <a:lstStyle/>
        <a:p>
          <a:endParaRPr lang="en-US"/>
        </a:p>
      </dgm:t>
    </dgm:pt>
    <dgm:pt modelId="{D3632CB1-6F3E-4218-8A1A-A18B9B33D631}" type="sibTrans" cxnId="{BBD1BD6B-537B-42AA-9BC5-53DEE0F6316F}">
      <dgm:prSet/>
      <dgm:spPr/>
      <dgm:t>
        <a:bodyPr/>
        <a:lstStyle/>
        <a:p>
          <a:endParaRPr lang="en-US"/>
        </a:p>
      </dgm:t>
    </dgm:pt>
    <dgm:pt modelId="{D7087FB8-D16B-4B17-9D4E-CAFB42CF08D0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  <a:buFont typeface="Arial" panose="020B0604020202020204" pitchFamily="34" charset="0"/>
            <a:buChar char="•"/>
          </a:pPr>
          <a:r>
            <a:rPr kumimoji="0" lang="pt-PT" sz="1350" b="1" i="0" u="none" strike="noStrike" cap="none" normalizeH="0" baseline="0" noProof="0" dirty="0">
              <a:effectLst/>
            </a:rPr>
            <a:t>A Query SQL</a:t>
          </a:r>
          <a:r>
            <a:rPr kumimoji="0" lang="pt-PT" sz="1350" b="0" i="0" u="none" strike="noStrike" cap="none" normalizeH="0" baseline="0" noProof="0" dirty="0">
              <a:effectLst/>
            </a:rPr>
            <a:t> replicável.</a:t>
          </a:r>
        </a:p>
      </dgm:t>
    </dgm:pt>
    <dgm:pt modelId="{0D8EB693-1504-450A-9C63-E892E5E9B81C}" type="parTrans" cxnId="{7876606A-A302-4893-8628-7598C7FFDEB8}">
      <dgm:prSet/>
      <dgm:spPr/>
      <dgm:t>
        <a:bodyPr/>
        <a:lstStyle/>
        <a:p>
          <a:endParaRPr lang="en-US"/>
        </a:p>
      </dgm:t>
    </dgm:pt>
    <dgm:pt modelId="{5630A215-FD75-4D68-B323-A418C865780A}" type="sibTrans" cxnId="{7876606A-A302-4893-8628-7598C7FFDEB8}">
      <dgm:prSet/>
      <dgm:spPr/>
      <dgm:t>
        <a:bodyPr/>
        <a:lstStyle/>
        <a:p>
          <a:endParaRPr lang="en-US"/>
        </a:p>
      </dgm:t>
    </dgm:pt>
    <dgm:pt modelId="{25E932A5-9DB6-4D23-8907-8DE356D10834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1" i="0" u="none" strike="noStrike" cap="none" normalizeH="0" baseline="0" noProof="0" dirty="0">
              <a:effectLst/>
            </a:rPr>
            <a:t>3. Atualização Local (Primário)</a:t>
          </a:r>
          <a:endParaRPr kumimoji="0" lang="pt-PT" sz="1400" b="0" i="0" u="none" strike="noStrike" cap="none" normalizeH="0" baseline="0" noProof="0" dirty="0">
            <a:effectLst/>
          </a:endParaRPr>
        </a:p>
      </dgm:t>
    </dgm:pt>
    <dgm:pt modelId="{B21481B8-8670-48B2-85B7-2FB9EAB6D46B}" type="parTrans" cxnId="{B8FD191C-A13B-4136-98A1-231EA52D1C67}">
      <dgm:prSet/>
      <dgm:spPr/>
      <dgm:t>
        <a:bodyPr/>
        <a:lstStyle/>
        <a:p>
          <a:endParaRPr lang="en-US"/>
        </a:p>
      </dgm:t>
    </dgm:pt>
    <dgm:pt modelId="{B7D086EE-09EF-49E4-A9DA-83F5EC644A5C}" type="sibTrans" cxnId="{B8FD191C-A13B-4136-98A1-231EA52D1C67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B7D0A9D6-9CA9-42BB-AF31-7EC974BA1EA2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0" i="0" u="none" strike="noStrike" cap="none" normalizeH="0" baseline="0" noProof="0" dirty="0">
              <a:effectLst/>
            </a:rPr>
            <a:t>O Primário incrementa a sua versão da base de dados para refletir a mudança.</a:t>
          </a:r>
        </a:p>
      </dgm:t>
    </dgm:pt>
    <dgm:pt modelId="{BD01CC50-E02E-4DAD-9382-4745FB19873F}" type="parTrans" cxnId="{8E653B46-4C84-4719-BADE-10F327A424BD}">
      <dgm:prSet/>
      <dgm:spPr/>
      <dgm:t>
        <a:bodyPr/>
        <a:lstStyle/>
        <a:p>
          <a:endParaRPr lang="en-US"/>
        </a:p>
      </dgm:t>
    </dgm:pt>
    <dgm:pt modelId="{ECA99116-E41F-4B92-94D6-FF281AD60BC8}" type="sibTrans" cxnId="{8E653B46-4C84-4719-BADE-10F327A424BD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1A43A666-A800-4E4D-AB05-582FEA3E708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1" i="0" u="none" strike="noStrike" cap="none" normalizeH="0" baseline="0" noProof="0" dirty="0">
              <a:effectLst/>
            </a:rPr>
            <a:t>4. Aplicação nos Secundários</a:t>
          </a:r>
          <a:endParaRPr kumimoji="0" lang="pt-PT" sz="1400" b="0" i="0" u="none" strike="noStrike" cap="none" normalizeH="0" baseline="0" noProof="0" dirty="0">
            <a:effectLst/>
          </a:endParaRPr>
        </a:p>
      </dgm:t>
    </dgm:pt>
    <dgm:pt modelId="{3CAE21D2-343E-4222-94D2-975F5FB967F6}" type="parTrans" cxnId="{CF48FFFB-4FE3-4D3F-A010-DEF48CBB15C6}">
      <dgm:prSet/>
      <dgm:spPr/>
      <dgm:t>
        <a:bodyPr/>
        <a:lstStyle/>
        <a:p>
          <a:endParaRPr lang="en-US"/>
        </a:p>
      </dgm:t>
    </dgm:pt>
    <dgm:pt modelId="{60E92E9C-4583-42A0-85D3-1254F89B2A71}" type="sibTrans" cxnId="{CF48FFFB-4FE3-4D3F-A010-DEF48CBB15C6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48471DE7-F043-4AE3-AE5C-1DDE7A7C82DC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0" i="0" u="none" strike="noStrike" cap="none" normalizeH="0" baseline="0" noProof="0" dirty="0">
              <a:effectLst/>
            </a:rPr>
            <a:t>Cada servidor secundário recebe o </a:t>
          </a:r>
          <a:r>
            <a:rPr kumimoji="0" lang="pt-PT" sz="1400" b="0" i="1" u="none" strike="noStrike" cap="none" normalizeH="0" baseline="0" noProof="0" dirty="0">
              <a:effectLst/>
            </a:rPr>
            <a:t>heartbeat</a:t>
          </a:r>
          <a:r>
            <a:rPr kumimoji="0" lang="pt-PT" sz="1400" b="0" i="0" u="none" strike="noStrike" cap="none" normalizeH="0" baseline="0" noProof="0" dirty="0">
              <a:effectLst/>
            </a:rPr>
            <a:t> e valida:</a:t>
          </a:r>
        </a:p>
      </dgm:t>
    </dgm:pt>
    <dgm:pt modelId="{F9B8EAF9-BE41-4B04-80B7-86D2EBBEA326}" type="parTrans" cxnId="{83630795-B861-4A8E-9319-9BE78BF41955}">
      <dgm:prSet/>
      <dgm:spPr/>
      <dgm:t>
        <a:bodyPr/>
        <a:lstStyle/>
        <a:p>
          <a:endParaRPr lang="en-US"/>
        </a:p>
      </dgm:t>
    </dgm:pt>
    <dgm:pt modelId="{6EE8CD90-234F-4415-93D6-B34D736C99AA}" type="sibTrans" cxnId="{83630795-B861-4A8E-9319-9BE78BF41955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63DC3EA2-8EAC-4A09-B40F-522CBC26CB6E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</a:pPr>
          <a:r>
            <a:rPr kumimoji="0" lang="pt-PT" sz="1400" b="0" i="0" u="none" strike="noStrike" cap="none" normalizeH="0" baseline="0" noProof="0" dirty="0">
              <a:effectLst/>
            </a:rPr>
            <a:t>Versão Recebida == Versão Local + 1?</a:t>
          </a:r>
        </a:p>
      </dgm:t>
    </dgm:pt>
    <dgm:pt modelId="{72FF7E45-74ED-4D31-A10F-187D8CAC1D63}" type="parTrans" cxnId="{B2AB36C9-C45B-4A95-A447-F6E2F56433CB}">
      <dgm:prSet/>
      <dgm:spPr/>
      <dgm:t>
        <a:bodyPr/>
        <a:lstStyle/>
        <a:p>
          <a:endParaRPr lang="en-US"/>
        </a:p>
      </dgm:t>
    </dgm:pt>
    <dgm:pt modelId="{0C0714C3-AD8A-4246-A256-9E999871D1F2}" type="sibTrans" cxnId="{B2AB36C9-C45B-4A95-A447-F6E2F56433CB}">
      <dgm:prSet/>
      <dgm:spPr/>
      <dgm:t>
        <a:bodyPr/>
        <a:lstStyle/>
        <a:p>
          <a:endParaRPr lang="en-US"/>
        </a:p>
      </dgm:t>
    </dgm:pt>
    <dgm:pt modelId="{26B5E166-E678-4FCF-9D41-592D6F630F75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0" i="0" u="none" strike="noStrike" cap="none" normalizeH="0" baseline="0" noProof="0" dirty="0">
              <a:effectLst/>
            </a:rPr>
            <a:t>Se </a:t>
          </a:r>
          <a:r>
            <a:rPr kumimoji="0" lang="pt-PT" sz="1400" b="1" i="0" u="none" strike="noStrike" cap="none" normalizeH="0" baseline="0" noProof="0" dirty="0">
              <a:effectLst/>
            </a:rPr>
            <a:t>Sim:</a:t>
          </a:r>
          <a:r>
            <a:rPr kumimoji="0" lang="pt-PT" sz="1400" b="0" i="0" u="none" strike="noStrike" cap="none" normalizeH="0" baseline="0" noProof="0" dirty="0">
              <a:effectLst/>
            </a:rPr>
            <a:t> Executa a query e incrementa a versão local.</a:t>
          </a:r>
        </a:p>
      </dgm:t>
    </dgm:pt>
    <dgm:pt modelId="{D5095B98-F73C-4CF7-8180-5E680D76914E}" type="parTrans" cxnId="{0247A09A-194D-4FFC-B282-4A8616CDD24E}">
      <dgm:prSet/>
      <dgm:spPr/>
      <dgm:t>
        <a:bodyPr/>
        <a:lstStyle/>
        <a:p>
          <a:endParaRPr lang="en-US"/>
        </a:p>
      </dgm:t>
    </dgm:pt>
    <dgm:pt modelId="{7A76AD03-0246-4B61-9E4C-8B7ED25E7FA6}" type="sibTrans" cxnId="{0247A09A-194D-4FFC-B282-4A8616CDD24E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70667D4D-89CF-40B0-B503-5D18A71BFCB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0" i="0" u="none" strike="noStrike" cap="none" normalizeH="0" baseline="0" noProof="0" dirty="0">
              <a:effectLst/>
            </a:rPr>
            <a:t>Se </a:t>
          </a:r>
          <a:r>
            <a:rPr kumimoji="0" lang="pt-PT" sz="1400" b="1" i="0" u="none" strike="noStrike" cap="none" normalizeH="0" baseline="0" noProof="0" dirty="0">
              <a:effectLst/>
            </a:rPr>
            <a:t>Não:</a:t>
          </a:r>
          <a:r>
            <a:rPr kumimoji="0" lang="pt-PT" sz="1400" b="0" i="0" u="none" strike="noStrike" cap="none" normalizeH="0" baseline="0" noProof="0" dirty="0">
              <a:effectLst/>
            </a:rPr>
            <a:t> Deteta inconsistência.</a:t>
          </a:r>
        </a:p>
      </dgm:t>
    </dgm:pt>
    <dgm:pt modelId="{A3075A2C-BD5F-4022-A54A-B06B97832C95}" type="parTrans" cxnId="{08F21E72-4A93-41E5-A943-F11D6B4BCCC6}">
      <dgm:prSet/>
      <dgm:spPr/>
      <dgm:t>
        <a:bodyPr/>
        <a:lstStyle/>
        <a:p>
          <a:endParaRPr lang="en-US"/>
        </a:p>
      </dgm:t>
    </dgm:pt>
    <dgm:pt modelId="{F6784AA7-8CDA-4E6F-9CC7-CB950CE3957B}" type="sibTrans" cxnId="{08F21E72-4A93-41E5-A943-F11D6B4BCCC6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605DD375-5AB9-4D68-96CE-AC174137C7AB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1" i="0" u="none" strike="noStrike" cap="none" normalizeH="0" baseline="0" noProof="0" dirty="0">
              <a:effectLst/>
            </a:rPr>
            <a:t>5. Tratamento de Inconsistências</a:t>
          </a:r>
          <a:endParaRPr kumimoji="0" lang="pt-PT" sz="1400" b="0" i="0" u="none" strike="noStrike" cap="none" normalizeH="0" baseline="0" noProof="0" dirty="0">
            <a:effectLst/>
          </a:endParaRPr>
        </a:p>
      </dgm:t>
    </dgm:pt>
    <dgm:pt modelId="{24980B36-4B15-45E2-90E2-5A2149F6B25A}" type="parTrans" cxnId="{E71123DA-1960-4B3E-9ACF-4ABF1CF39818}">
      <dgm:prSet/>
      <dgm:spPr/>
      <dgm:t>
        <a:bodyPr/>
        <a:lstStyle/>
        <a:p>
          <a:endParaRPr lang="en-US"/>
        </a:p>
      </dgm:t>
    </dgm:pt>
    <dgm:pt modelId="{23A5C6A2-B4CB-426F-B4B1-3B83EE3CBB57}" type="sibTrans" cxnId="{E71123DA-1960-4B3E-9ACF-4ABF1CF39818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618BCE30-A2C1-46D6-9893-A145FBB099EF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0" lang="pt-PT" sz="1400" b="0" i="0" u="none" strike="noStrike" cap="none" normalizeH="0" baseline="0" noProof="0" dirty="0">
              <a:effectLst/>
            </a:rPr>
            <a:t>Se um secundário detetar um "salto" nas versões ou dados corrompidos:</a:t>
          </a:r>
        </a:p>
      </dgm:t>
    </dgm:pt>
    <dgm:pt modelId="{AB815890-6085-4B81-846B-DA28A31EBDA5}" type="parTrans" cxnId="{F73D955A-1330-4A32-A9C3-5F0288368CFE}">
      <dgm:prSet/>
      <dgm:spPr/>
      <dgm:t>
        <a:bodyPr/>
        <a:lstStyle/>
        <a:p>
          <a:endParaRPr lang="en-US"/>
        </a:p>
      </dgm:t>
    </dgm:pt>
    <dgm:pt modelId="{E1D6233A-7C04-4761-89C2-F6B492304A75}" type="sibTrans" cxnId="{F73D955A-1330-4A32-A9C3-5F0288368CFE}">
      <dgm:prSet/>
      <dgm:spPr/>
      <dgm:t>
        <a:bodyPr/>
        <a:lstStyle/>
        <a:p>
          <a:endParaRPr lang="en-US"/>
        </a:p>
      </dgm:t>
    </dgm:pt>
    <dgm:pt modelId="{283BD009-5119-4BA6-8D54-F06F810F0AB7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</a:pPr>
          <a:r>
            <a:rPr kumimoji="0" lang="pt-PT" sz="1400" b="0" i="0" u="none" strike="noStrike" cap="none" normalizeH="0" baseline="0" noProof="0" dirty="0">
              <a:effectLst/>
            </a:rPr>
            <a:t>Termina a execução imediatamente (Shutdown).</a:t>
          </a:r>
        </a:p>
      </dgm:t>
    </dgm:pt>
    <dgm:pt modelId="{7B230BB5-472B-45C8-B651-D7619A516357}" type="parTrans" cxnId="{9AA6708F-C9B5-4C57-8236-2E7C6A83D55B}">
      <dgm:prSet/>
      <dgm:spPr/>
      <dgm:t>
        <a:bodyPr/>
        <a:lstStyle/>
        <a:p>
          <a:endParaRPr lang="en-US"/>
        </a:p>
      </dgm:t>
    </dgm:pt>
    <dgm:pt modelId="{552E7FCD-CDE5-47F1-80B0-C4182F00F239}" type="sibTrans" cxnId="{9AA6708F-C9B5-4C57-8236-2E7C6A83D55B}">
      <dgm:prSet/>
      <dgm:spPr/>
      <dgm:t>
        <a:bodyPr/>
        <a:lstStyle/>
        <a:p>
          <a:endParaRPr lang="en-US"/>
        </a:p>
      </dgm:t>
    </dgm:pt>
    <dgm:pt modelId="{32FF9B67-4BF0-4CB6-9D76-6D5B62E27111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</a:pPr>
          <a:r>
            <a:rPr kumimoji="0" lang="pt-PT" sz="1400" b="0" i="0" u="none" strike="noStrike" cap="none" normalizeH="0" baseline="0" noProof="0" dirty="0">
              <a:effectLst/>
            </a:rPr>
            <a:t>Informa a Diretoria (pedido UNREGISTER).</a:t>
          </a:r>
        </a:p>
      </dgm:t>
    </dgm:pt>
    <dgm:pt modelId="{42FDD23B-8020-4624-962E-7D6269E272B9}" type="parTrans" cxnId="{3430437E-2604-4D0C-AE42-BD97C3486334}">
      <dgm:prSet/>
      <dgm:spPr/>
      <dgm:t>
        <a:bodyPr/>
        <a:lstStyle/>
        <a:p>
          <a:endParaRPr lang="en-US"/>
        </a:p>
      </dgm:t>
    </dgm:pt>
    <dgm:pt modelId="{A09138EF-55EE-4761-9A82-70511811ECBA}" type="sibTrans" cxnId="{3430437E-2604-4D0C-AE42-BD97C3486334}">
      <dgm:prSet/>
      <dgm:spPr/>
      <dgm:t>
        <a:bodyPr/>
        <a:lstStyle/>
        <a:p>
          <a:endParaRPr lang="en-US"/>
        </a:p>
      </dgm:t>
    </dgm:pt>
    <dgm:pt modelId="{A22572A2-A29F-40DD-848F-B55026F897D6}" type="pres">
      <dgm:prSet presAssocID="{77AED4A9-FAA3-4895-BF13-FC18ADA89011}" presName="Name0" presStyleCnt="0">
        <dgm:presLayoutVars>
          <dgm:dir/>
          <dgm:resizeHandles val="exact"/>
        </dgm:presLayoutVars>
      </dgm:prSet>
      <dgm:spPr/>
    </dgm:pt>
    <dgm:pt modelId="{32B07DEE-A5E6-47AB-ADD9-05EA07A96378}" type="pres">
      <dgm:prSet presAssocID="{AD8548F4-A967-42BB-B687-0ABBBF0FB1A9}" presName="node" presStyleLbl="node1" presStyleIdx="0" presStyleCnt="13">
        <dgm:presLayoutVars>
          <dgm:bulletEnabled val="1"/>
        </dgm:presLayoutVars>
      </dgm:prSet>
      <dgm:spPr/>
    </dgm:pt>
    <dgm:pt modelId="{BA91D634-6C76-4DAC-A144-4B9DF9BC8A20}" type="pres">
      <dgm:prSet presAssocID="{D16DA678-2107-4C4B-B53E-F96304B27BEC}" presName="sibTrans" presStyleLbl="sibTrans1D1" presStyleIdx="0" presStyleCnt="12"/>
      <dgm:spPr/>
    </dgm:pt>
    <dgm:pt modelId="{43E443F4-AEF1-4CA9-A7AC-A06260DCF0E1}" type="pres">
      <dgm:prSet presAssocID="{D16DA678-2107-4C4B-B53E-F96304B27BEC}" presName="connectorText" presStyleLbl="sibTrans1D1" presStyleIdx="0" presStyleCnt="12"/>
      <dgm:spPr/>
    </dgm:pt>
    <dgm:pt modelId="{D20CBD45-9C4D-4BBE-8C2B-D26BAE67B6A4}" type="pres">
      <dgm:prSet presAssocID="{D0FAB7B7-FC24-4CB2-9B42-46664F9AAB0D}" presName="node" presStyleLbl="node1" presStyleIdx="1" presStyleCnt="13">
        <dgm:presLayoutVars>
          <dgm:bulletEnabled val="1"/>
        </dgm:presLayoutVars>
      </dgm:prSet>
      <dgm:spPr/>
    </dgm:pt>
    <dgm:pt modelId="{CE1CE20C-1FA7-441A-A04C-12E6B3554865}" type="pres">
      <dgm:prSet presAssocID="{B948E6CE-22BC-4EEC-827C-68FFA0B5B36C}" presName="sibTrans" presStyleLbl="sibTrans1D1" presStyleIdx="1" presStyleCnt="12"/>
      <dgm:spPr/>
    </dgm:pt>
    <dgm:pt modelId="{34D2D886-98D3-4F2C-97A5-C9F5B9FA6C92}" type="pres">
      <dgm:prSet presAssocID="{B948E6CE-22BC-4EEC-827C-68FFA0B5B36C}" presName="connectorText" presStyleLbl="sibTrans1D1" presStyleIdx="1" presStyleCnt="12"/>
      <dgm:spPr/>
    </dgm:pt>
    <dgm:pt modelId="{05B79749-E0B0-4FE8-AD96-B2C4BD216D2E}" type="pres">
      <dgm:prSet presAssocID="{37CDBD29-8570-460E-86C4-FC37278460EC}" presName="node" presStyleLbl="node1" presStyleIdx="2" presStyleCnt="13">
        <dgm:presLayoutVars>
          <dgm:bulletEnabled val="1"/>
        </dgm:presLayoutVars>
      </dgm:prSet>
      <dgm:spPr/>
    </dgm:pt>
    <dgm:pt modelId="{F6495A62-A4E8-4879-921D-50B1383DCBB3}" type="pres">
      <dgm:prSet presAssocID="{AF213386-27DE-4E51-A478-6E87C8326C09}" presName="sibTrans" presStyleLbl="sibTrans1D1" presStyleIdx="2" presStyleCnt="12"/>
      <dgm:spPr/>
    </dgm:pt>
    <dgm:pt modelId="{5CA7AFBF-7BD9-4581-B2B3-A48BB0E67E4B}" type="pres">
      <dgm:prSet presAssocID="{AF213386-27DE-4E51-A478-6E87C8326C09}" presName="connectorText" presStyleLbl="sibTrans1D1" presStyleIdx="2" presStyleCnt="12"/>
      <dgm:spPr/>
    </dgm:pt>
    <dgm:pt modelId="{4DD66C2D-46B0-44AA-8B2F-43437FA7FF19}" type="pres">
      <dgm:prSet presAssocID="{D70C9DAC-C71B-4CB2-B920-BB01CDEDECE7}" presName="node" presStyleLbl="node1" presStyleIdx="3" presStyleCnt="13">
        <dgm:presLayoutVars>
          <dgm:bulletEnabled val="1"/>
        </dgm:presLayoutVars>
      </dgm:prSet>
      <dgm:spPr/>
    </dgm:pt>
    <dgm:pt modelId="{AC4A7CBE-BC99-45B3-98D2-06C498283399}" type="pres">
      <dgm:prSet presAssocID="{468EE625-2A93-43B2-8AD9-F0DF4F1E8775}" presName="sibTrans" presStyleLbl="sibTrans1D1" presStyleIdx="3" presStyleCnt="12"/>
      <dgm:spPr/>
    </dgm:pt>
    <dgm:pt modelId="{27FECEF7-47F6-4174-A352-6749A946EEFD}" type="pres">
      <dgm:prSet presAssocID="{468EE625-2A93-43B2-8AD9-F0DF4F1E8775}" presName="connectorText" presStyleLbl="sibTrans1D1" presStyleIdx="3" presStyleCnt="12"/>
      <dgm:spPr/>
    </dgm:pt>
    <dgm:pt modelId="{714B830E-4810-4C70-BCE9-9942BBF561B3}" type="pres">
      <dgm:prSet presAssocID="{BB8F5014-EE3B-4E8F-9CDA-8600B134581A}" presName="node" presStyleLbl="node1" presStyleIdx="4" presStyleCnt="13" custScaleX="109069" custScaleY="114437">
        <dgm:presLayoutVars>
          <dgm:bulletEnabled val="1"/>
        </dgm:presLayoutVars>
      </dgm:prSet>
      <dgm:spPr/>
    </dgm:pt>
    <dgm:pt modelId="{E5EC23AA-20FD-4072-8B01-8800D869A3FC}" type="pres">
      <dgm:prSet presAssocID="{53DCC87B-0FD2-409B-862D-FC6AAF131432}" presName="sibTrans" presStyleLbl="sibTrans1D1" presStyleIdx="4" presStyleCnt="12"/>
      <dgm:spPr/>
    </dgm:pt>
    <dgm:pt modelId="{02237FA9-389B-4932-9C38-40D3433ED4C4}" type="pres">
      <dgm:prSet presAssocID="{53DCC87B-0FD2-409B-862D-FC6AAF131432}" presName="connectorText" presStyleLbl="sibTrans1D1" presStyleIdx="4" presStyleCnt="12"/>
      <dgm:spPr/>
    </dgm:pt>
    <dgm:pt modelId="{A4F4F51C-6721-497C-9573-7C70EBDFF17A}" type="pres">
      <dgm:prSet presAssocID="{25E932A5-9DB6-4D23-8907-8DE356D10834}" presName="node" presStyleLbl="node1" presStyleIdx="5" presStyleCnt="13">
        <dgm:presLayoutVars>
          <dgm:bulletEnabled val="1"/>
        </dgm:presLayoutVars>
      </dgm:prSet>
      <dgm:spPr/>
    </dgm:pt>
    <dgm:pt modelId="{9BA65E47-9630-491B-A059-0B28BC57114A}" type="pres">
      <dgm:prSet presAssocID="{B7D086EE-09EF-49E4-A9DA-83F5EC644A5C}" presName="sibTrans" presStyleLbl="sibTrans1D1" presStyleIdx="5" presStyleCnt="12"/>
      <dgm:spPr/>
    </dgm:pt>
    <dgm:pt modelId="{0D496B2F-EC0C-494F-9216-E8A64AB22FB8}" type="pres">
      <dgm:prSet presAssocID="{B7D086EE-09EF-49E4-A9DA-83F5EC644A5C}" presName="connectorText" presStyleLbl="sibTrans1D1" presStyleIdx="5" presStyleCnt="12"/>
      <dgm:spPr/>
    </dgm:pt>
    <dgm:pt modelId="{B1D73AE6-6ACA-49A9-A260-8DF0224EF095}" type="pres">
      <dgm:prSet presAssocID="{B7D0A9D6-9CA9-42BB-AF31-7EC974BA1EA2}" presName="node" presStyleLbl="node1" presStyleIdx="6" presStyleCnt="13">
        <dgm:presLayoutVars>
          <dgm:bulletEnabled val="1"/>
        </dgm:presLayoutVars>
      </dgm:prSet>
      <dgm:spPr/>
    </dgm:pt>
    <dgm:pt modelId="{8D552ED4-C192-44F0-82DD-BEFCFC12506B}" type="pres">
      <dgm:prSet presAssocID="{ECA99116-E41F-4B92-94D6-FF281AD60BC8}" presName="sibTrans" presStyleLbl="sibTrans1D1" presStyleIdx="6" presStyleCnt="12"/>
      <dgm:spPr/>
    </dgm:pt>
    <dgm:pt modelId="{36B17A1D-D344-46AE-800A-0972C68D5849}" type="pres">
      <dgm:prSet presAssocID="{ECA99116-E41F-4B92-94D6-FF281AD60BC8}" presName="connectorText" presStyleLbl="sibTrans1D1" presStyleIdx="6" presStyleCnt="12"/>
      <dgm:spPr/>
    </dgm:pt>
    <dgm:pt modelId="{7A2F840D-583B-49AD-81CC-1D63A413DE33}" type="pres">
      <dgm:prSet presAssocID="{1A43A666-A800-4E4D-AB05-582FEA3E708A}" presName="node" presStyleLbl="node1" presStyleIdx="7" presStyleCnt="13">
        <dgm:presLayoutVars>
          <dgm:bulletEnabled val="1"/>
        </dgm:presLayoutVars>
      </dgm:prSet>
      <dgm:spPr/>
    </dgm:pt>
    <dgm:pt modelId="{CBEB16B6-C265-459E-B871-BE0F9AD9C9C1}" type="pres">
      <dgm:prSet presAssocID="{60E92E9C-4583-42A0-85D3-1254F89B2A71}" presName="sibTrans" presStyleLbl="sibTrans1D1" presStyleIdx="7" presStyleCnt="12"/>
      <dgm:spPr/>
    </dgm:pt>
    <dgm:pt modelId="{BA880854-C047-4F08-BF18-A8A0372A798D}" type="pres">
      <dgm:prSet presAssocID="{60E92E9C-4583-42A0-85D3-1254F89B2A71}" presName="connectorText" presStyleLbl="sibTrans1D1" presStyleIdx="7" presStyleCnt="12"/>
      <dgm:spPr/>
    </dgm:pt>
    <dgm:pt modelId="{F0D770D6-11BB-4B9D-92E5-5CA78BFEEA94}" type="pres">
      <dgm:prSet presAssocID="{48471DE7-F043-4AE3-AE5C-1DDE7A7C82DC}" presName="node" presStyleLbl="node1" presStyleIdx="8" presStyleCnt="13" custScaleY="101870">
        <dgm:presLayoutVars>
          <dgm:bulletEnabled val="1"/>
        </dgm:presLayoutVars>
      </dgm:prSet>
      <dgm:spPr/>
    </dgm:pt>
    <dgm:pt modelId="{6FF6FD1B-668C-4670-B4D5-2CF1B9BE1102}" type="pres">
      <dgm:prSet presAssocID="{6EE8CD90-234F-4415-93D6-B34D736C99AA}" presName="sibTrans" presStyleLbl="sibTrans1D1" presStyleIdx="8" presStyleCnt="12"/>
      <dgm:spPr/>
    </dgm:pt>
    <dgm:pt modelId="{0890F640-DF9B-4381-8024-90B9D0473F96}" type="pres">
      <dgm:prSet presAssocID="{6EE8CD90-234F-4415-93D6-B34D736C99AA}" presName="connectorText" presStyleLbl="sibTrans1D1" presStyleIdx="8" presStyleCnt="12"/>
      <dgm:spPr/>
    </dgm:pt>
    <dgm:pt modelId="{D6F2A32B-552A-4E01-BA75-5FBB521BE390}" type="pres">
      <dgm:prSet presAssocID="{26B5E166-E678-4FCF-9D41-592D6F630F75}" presName="node" presStyleLbl="node1" presStyleIdx="9" presStyleCnt="13">
        <dgm:presLayoutVars>
          <dgm:bulletEnabled val="1"/>
        </dgm:presLayoutVars>
      </dgm:prSet>
      <dgm:spPr/>
    </dgm:pt>
    <dgm:pt modelId="{3B7E8B51-E2B3-42D9-89AC-0DAB4A04AAEE}" type="pres">
      <dgm:prSet presAssocID="{7A76AD03-0246-4B61-9E4C-8B7ED25E7FA6}" presName="sibTrans" presStyleLbl="sibTrans1D1" presStyleIdx="9" presStyleCnt="12"/>
      <dgm:spPr/>
    </dgm:pt>
    <dgm:pt modelId="{61B1D2E3-4148-42BB-9F16-6E22351BB5E8}" type="pres">
      <dgm:prSet presAssocID="{7A76AD03-0246-4B61-9E4C-8B7ED25E7FA6}" presName="connectorText" presStyleLbl="sibTrans1D1" presStyleIdx="9" presStyleCnt="12"/>
      <dgm:spPr/>
    </dgm:pt>
    <dgm:pt modelId="{55E87DF1-153A-48E2-B53B-D98D76A8B127}" type="pres">
      <dgm:prSet presAssocID="{70667D4D-89CF-40B0-B503-5D18A71BFCBA}" presName="node" presStyleLbl="node1" presStyleIdx="10" presStyleCnt="13">
        <dgm:presLayoutVars>
          <dgm:bulletEnabled val="1"/>
        </dgm:presLayoutVars>
      </dgm:prSet>
      <dgm:spPr/>
    </dgm:pt>
    <dgm:pt modelId="{DC95BEAA-7E94-4FC3-B3CF-93C7BEC4A542}" type="pres">
      <dgm:prSet presAssocID="{F6784AA7-8CDA-4E6F-9CC7-CB950CE3957B}" presName="sibTrans" presStyleLbl="sibTrans1D1" presStyleIdx="10" presStyleCnt="12"/>
      <dgm:spPr/>
    </dgm:pt>
    <dgm:pt modelId="{0A256C61-42C4-4238-B784-36669DFA838D}" type="pres">
      <dgm:prSet presAssocID="{F6784AA7-8CDA-4E6F-9CC7-CB950CE3957B}" presName="connectorText" presStyleLbl="sibTrans1D1" presStyleIdx="10" presStyleCnt="12"/>
      <dgm:spPr/>
    </dgm:pt>
    <dgm:pt modelId="{9B1794BD-8F15-4023-97E6-C74D733319B6}" type="pres">
      <dgm:prSet presAssocID="{605DD375-5AB9-4D68-96CE-AC174137C7AB}" presName="node" presStyleLbl="node1" presStyleIdx="11" presStyleCnt="13">
        <dgm:presLayoutVars>
          <dgm:bulletEnabled val="1"/>
        </dgm:presLayoutVars>
      </dgm:prSet>
      <dgm:spPr/>
    </dgm:pt>
    <dgm:pt modelId="{F117714E-0E13-4DA0-91A9-2BF70DEC3B65}" type="pres">
      <dgm:prSet presAssocID="{23A5C6A2-B4CB-426F-B4B1-3B83EE3CBB57}" presName="sibTrans" presStyleLbl="sibTrans1D1" presStyleIdx="11" presStyleCnt="12"/>
      <dgm:spPr/>
    </dgm:pt>
    <dgm:pt modelId="{24F12D59-7252-4436-A618-7C9DC99D92A9}" type="pres">
      <dgm:prSet presAssocID="{23A5C6A2-B4CB-426F-B4B1-3B83EE3CBB57}" presName="connectorText" presStyleLbl="sibTrans1D1" presStyleIdx="11" presStyleCnt="12"/>
      <dgm:spPr/>
    </dgm:pt>
    <dgm:pt modelId="{7671F54A-BCE9-4D0F-98C7-8DACB450044E}" type="pres">
      <dgm:prSet presAssocID="{618BCE30-A2C1-46D6-9893-A145FBB099EF}" presName="node" presStyleLbl="node1" presStyleIdx="12" presStyleCnt="13" custScaleX="207711" custLinFactX="28202" custLinFactNeighborX="100000" custLinFactNeighborY="-8182">
        <dgm:presLayoutVars>
          <dgm:bulletEnabled val="1"/>
        </dgm:presLayoutVars>
      </dgm:prSet>
      <dgm:spPr/>
    </dgm:pt>
  </dgm:ptLst>
  <dgm:cxnLst>
    <dgm:cxn modelId="{5ECECD08-4EB5-4EA8-920F-F3E98611585A}" type="presOf" srcId="{AF213386-27DE-4E51-A478-6E87C8326C09}" destId="{5CA7AFBF-7BD9-4581-B2B3-A48BB0E67E4B}" srcOrd="1" destOrd="0" presId="urn:microsoft.com/office/officeart/2005/8/layout/bProcess3"/>
    <dgm:cxn modelId="{9866370F-A922-4849-8597-5BBED12C146D}" type="presOf" srcId="{AD8548F4-A967-42BB-B687-0ABBBF0FB1A9}" destId="{32B07DEE-A5E6-47AB-ADD9-05EA07A96378}" srcOrd="0" destOrd="0" presId="urn:microsoft.com/office/officeart/2005/8/layout/bProcess3"/>
    <dgm:cxn modelId="{08AF3F15-67CB-4B54-8412-9FC618BF01B6}" type="presOf" srcId="{7A76AD03-0246-4B61-9E4C-8B7ED25E7FA6}" destId="{61B1D2E3-4148-42BB-9F16-6E22351BB5E8}" srcOrd="1" destOrd="0" presId="urn:microsoft.com/office/officeart/2005/8/layout/bProcess3"/>
    <dgm:cxn modelId="{B8FD191C-A13B-4136-98A1-231EA52D1C67}" srcId="{77AED4A9-FAA3-4895-BF13-FC18ADA89011}" destId="{25E932A5-9DB6-4D23-8907-8DE356D10834}" srcOrd="5" destOrd="0" parTransId="{B21481B8-8670-48B2-85B7-2FB9EAB6D46B}" sibTransId="{B7D086EE-09EF-49E4-A9DA-83F5EC644A5C}"/>
    <dgm:cxn modelId="{9C00132B-741E-4279-8217-8BB84A689690}" type="presOf" srcId="{B948E6CE-22BC-4EEC-827C-68FFA0B5B36C}" destId="{34D2D886-98D3-4F2C-97A5-C9F5B9FA6C92}" srcOrd="1" destOrd="0" presId="urn:microsoft.com/office/officeart/2005/8/layout/bProcess3"/>
    <dgm:cxn modelId="{19E5F12C-3777-45B8-9A7C-88612C25215E}" type="presOf" srcId="{32FF9B67-4BF0-4CB6-9D76-6D5B62E27111}" destId="{7671F54A-BCE9-4D0F-98C7-8DACB450044E}" srcOrd="0" destOrd="2" presId="urn:microsoft.com/office/officeart/2005/8/layout/bProcess3"/>
    <dgm:cxn modelId="{4315442D-DE05-4006-BE43-39002B6446F8}" type="presOf" srcId="{7A76AD03-0246-4B61-9E4C-8B7ED25E7FA6}" destId="{3B7E8B51-E2B3-42D9-89AC-0DAB4A04AAEE}" srcOrd="0" destOrd="0" presId="urn:microsoft.com/office/officeart/2005/8/layout/bProcess3"/>
    <dgm:cxn modelId="{305F582F-B219-435C-AAB0-3B4B8B8DE963}" type="presOf" srcId="{D0FAB7B7-FC24-4CB2-9B42-46664F9AAB0D}" destId="{D20CBD45-9C4D-4BBE-8C2B-D26BAE67B6A4}" srcOrd="0" destOrd="0" presId="urn:microsoft.com/office/officeart/2005/8/layout/bProcess3"/>
    <dgm:cxn modelId="{83A31339-38C1-45FA-94FC-DF82B825FD77}" type="presOf" srcId="{D16DA678-2107-4C4B-B53E-F96304B27BEC}" destId="{BA91D634-6C76-4DAC-A144-4B9DF9BC8A20}" srcOrd="0" destOrd="0" presId="urn:microsoft.com/office/officeart/2005/8/layout/bProcess3"/>
    <dgm:cxn modelId="{C5C93A3C-97F6-4F42-B71A-70B9FBEFF191}" type="presOf" srcId="{BB8F5014-EE3B-4E8F-9CDA-8600B134581A}" destId="{714B830E-4810-4C70-BCE9-9942BBF561B3}" srcOrd="0" destOrd="0" presId="urn:microsoft.com/office/officeart/2005/8/layout/bProcess3"/>
    <dgm:cxn modelId="{66D92E3E-5284-4ED7-815C-12DD8C09ADAB}" type="presOf" srcId="{25E932A5-9DB6-4D23-8907-8DE356D10834}" destId="{A4F4F51C-6721-497C-9573-7C70EBDFF17A}" srcOrd="0" destOrd="0" presId="urn:microsoft.com/office/officeart/2005/8/layout/bProcess3"/>
    <dgm:cxn modelId="{62FE883E-B8DE-4E54-AB52-30DC0ACFD5CD}" srcId="{77AED4A9-FAA3-4895-BF13-FC18ADA89011}" destId="{AD8548F4-A967-42BB-B687-0ABBBF0FB1A9}" srcOrd="0" destOrd="0" parTransId="{E29CF7AD-2636-466A-B386-ED19ABBD2E9A}" sibTransId="{D16DA678-2107-4C4B-B53E-F96304B27BEC}"/>
    <dgm:cxn modelId="{D44B9A5B-C780-42B1-82BE-B1C01CC4061E}" type="presOf" srcId="{60E92E9C-4583-42A0-85D3-1254F89B2A71}" destId="{BA880854-C047-4F08-BF18-A8A0372A798D}" srcOrd="1" destOrd="0" presId="urn:microsoft.com/office/officeart/2005/8/layout/bProcess3"/>
    <dgm:cxn modelId="{AB9C9E5B-0CB4-49CB-AE64-4C32AC5F9E15}" type="presOf" srcId="{26B5E166-E678-4FCF-9D41-592D6F630F75}" destId="{D6F2A32B-552A-4E01-BA75-5FBB521BE390}" srcOrd="0" destOrd="0" presId="urn:microsoft.com/office/officeart/2005/8/layout/bProcess3"/>
    <dgm:cxn modelId="{374E5F5D-C5E4-4AE2-9BF9-021D7EE367D5}" type="presOf" srcId="{F6784AA7-8CDA-4E6F-9CC7-CB950CE3957B}" destId="{DC95BEAA-7E94-4FC3-B3CF-93C7BEC4A542}" srcOrd="0" destOrd="0" presId="urn:microsoft.com/office/officeart/2005/8/layout/bProcess3"/>
    <dgm:cxn modelId="{74863C5E-E4A2-4BF3-9BDB-B4359471E611}" type="presOf" srcId="{AF213386-27DE-4E51-A478-6E87C8326C09}" destId="{F6495A62-A4E8-4879-921D-50B1383DCBB3}" srcOrd="0" destOrd="0" presId="urn:microsoft.com/office/officeart/2005/8/layout/bProcess3"/>
    <dgm:cxn modelId="{F6971D5F-2FA0-44E3-A970-0F074554043D}" type="presOf" srcId="{283BD009-5119-4BA6-8D54-F06F810F0AB7}" destId="{7671F54A-BCE9-4D0F-98C7-8DACB450044E}" srcOrd="0" destOrd="1" presId="urn:microsoft.com/office/officeart/2005/8/layout/bProcess3"/>
    <dgm:cxn modelId="{5D4A6A65-2BF1-497F-A833-764798840EEC}" type="presOf" srcId="{468EE625-2A93-43B2-8AD9-F0DF4F1E8775}" destId="{27FECEF7-47F6-4174-A352-6749A946EEFD}" srcOrd="1" destOrd="0" presId="urn:microsoft.com/office/officeart/2005/8/layout/bProcess3"/>
    <dgm:cxn modelId="{8E653B46-4C84-4719-BADE-10F327A424BD}" srcId="{77AED4A9-FAA3-4895-BF13-FC18ADA89011}" destId="{B7D0A9D6-9CA9-42BB-AF31-7EC974BA1EA2}" srcOrd="6" destOrd="0" parTransId="{BD01CC50-E02E-4DAD-9382-4745FB19873F}" sibTransId="{ECA99116-E41F-4B92-94D6-FF281AD60BC8}"/>
    <dgm:cxn modelId="{7876606A-A302-4893-8628-7598C7FFDEB8}" srcId="{BB8F5014-EE3B-4E8F-9CDA-8600B134581A}" destId="{D7087FB8-D16B-4B17-9D4E-CAFB42CF08D0}" srcOrd="1" destOrd="0" parTransId="{0D8EB693-1504-450A-9C63-E892E5E9B81C}" sibTransId="{5630A215-FD75-4D68-B323-A418C865780A}"/>
    <dgm:cxn modelId="{2648764B-20FD-4B63-91AC-AC6CD08C7955}" type="presOf" srcId="{53DCC87B-0FD2-409B-862D-FC6AAF131432}" destId="{E5EC23AA-20FD-4072-8B01-8800D869A3FC}" srcOrd="0" destOrd="0" presId="urn:microsoft.com/office/officeart/2005/8/layout/bProcess3"/>
    <dgm:cxn modelId="{BBD1BD6B-537B-42AA-9BC5-53DEE0F6316F}" srcId="{BB8F5014-EE3B-4E8F-9CDA-8600B134581A}" destId="{E53E5551-DDC8-4E88-875D-1572D40F24AA}" srcOrd="0" destOrd="0" parTransId="{5F040FC7-05DD-4BE1-BDB5-DE89B5812A8E}" sibTransId="{D3632CB1-6F3E-4218-8A1A-A18B9B33D631}"/>
    <dgm:cxn modelId="{AEE9FA6B-72C4-4580-A77D-81DB7177167E}" type="presOf" srcId="{77AED4A9-FAA3-4895-BF13-FC18ADA89011}" destId="{A22572A2-A29F-40DD-848F-B55026F897D6}" srcOrd="0" destOrd="0" presId="urn:microsoft.com/office/officeart/2005/8/layout/bProcess3"/>
    <dgm:cxn modelId="{4F63A84C-FBE9-4B97-A9B3-A36611FB2411}" type="presOf" srcId="{E53E5551-DDC8-4E88-875D-1572D40F24AA}" destId="{714B830E-4810-4C70-BCE9-9942BBF561B3}" srcOrd="0" destOrd="1" presId="urn:microsoft.com/office/officeart/2005/8/layout/bProcess3"/>
    <dgm:cxn modelId="{08F21E72-4A93-41E5-A943-F11D6B4BCCC6}" srcId="{77AED4A9-FAA3-4895-BF13-FC18ADA89011}" destId="{70667D4D-89CF-40B0-B503-5D18A71BFCBA}" srcOrd="10" destOrd="0" parTransId="{A3075A2C-BD5F-4022-A54A-B06B97832C95}" sibTransId="{F6784AA7-8CDA-4E6F-9CC7-CB950CE3957B}"/>
    <dgm:cxn modelId="{2675EE72-53F2-43C1-AA29-ED1B4F21715F}" type="presOf" srcId="{B7D086EE-09EF-49E4-A9DA-83F5EC644A5C}" destId="{9BA65E47-9630-491B-A059-0B28BC57114A}" srcOrd="0" destOrd="0" presId="urn:microsoft.com/office/officeart/2005/8/layout/bProcess3"/>
    <dgm:cxn modelId="{B4D74957-DF09-497C-8090-D30BA81BC5BB}" type="presOf" srcId="{618BCE30-A2C1-46D6-9893-A145FBB099EF}" destId="{7671F54A-BCE9-4D0F-98C7-8DACB450044E}" srcOrd="0" destOrd="0" presId="urn:microsoft.com/office/officeart/2005/8/layout/bProcess3"/>
    <dgm:cxn modelId="{5438A158-300A-472D-8FA5-888E17C67447}" type="presOf" srcId="{53DCC87B-0FD2-409B-862D-FC6AAF131432}" destId="{02237FA9-389B-4932-9C38-40D3433ED4C4}" srcOrd="1" destOrd="0" presId="urn:microsoft.com/office/officeart/2005/8/layout/bProcess3"/>
    <dgm:cxn modelId="{2A095B5A-8386-4618-9275-E74E0C99926B}" srcId="{77AED4A9-FAA3-4895-BF13-FC18ADA89011}" destId="{37CDBD29-8570-460E-86C4-FC37278460EC}" srcOrd="2" destOrd="0" parTransId="{085F6E1C-2C35-42AD-8859-00C698DDCE70}" sibTransId="{AF213386-27DE-4E51-A478-6E87C8326C09}"/>
    <dgm:cxn modelId="{F73D955A-1330-4A32-A9C3-5F0288368CFE}" srcId="{77AED4A9-FAA3-4895-BF13-FC18ADA89011}" destId="{618BCE30-A2C1-46D6-9893-A145FBB099EF}" srcOrd="12" destOrd="0" parTransId="{AB815890-6085-4B81-846B-DA28A31EBDA5}" sibTransId="{E1D6233A-7C04-4761-89C2-F6B492304A75}"/>
    <dgm:cxn modelId="{4337177E-513A-4D28-ACE9-C5609FEB57F1}" type="presOf" srcId="{63DC3EA2-8EAC-4A09-B40F-522CBC26CB6E}" destId="{F0D770D6-11BB-4B9D-92E5-5CA78BFEEA94}" srcOrd="0" destOrd="1" presId="urn:microsoft.com/office/officeart/2005/8/layout/bProcess3"/>
    <dgm:cxn modelId="{3430437E-2604-4D0C-AE42-BD97C3486334}" srcId="{618BCE30-A2C1-46D6-9893-A145FBB099EF}" destId="{32FF9B67-4BF0-4CB6-9D76-6D5B62E27111}" srcOrd="1" destOrd="0" parTransId="{42FDD23B-8020-4624-962E-7D6269E272B9}" sibTransId="{A09138EF-55EE-4761-9A82-70511811ECBA}"/>
    <dgm:cxn modelId="{C5F50E85-3232-468A-A69F-AF661993F60E}" type="presOf" srcId="{48471DE7-F043-4AE3-AE5C-1DDE7A7C82DC}" destId="{F0D770D6-11BB-4B9D-92E5-5CA78BFEEA94}" srcOrd="0" destOrd="0" presId="urn:microsoft.com/office/officeart/2005/8/layout/bProcess3"/>
    <dgm:cxn modelId="{9AA6708F-C9B5-4C57-8236-2E7C6A83D55B}" srcId="{618BCE30-A2C1-46D6-9893-A145FBB099EF}" destId="{283BD009-5119-4BA6-8D54-F06F810F0AB7}" srcOrd="0" destOrd="0" parTransId="{7B230BB5-472B-45C8-B651-D7619A516357}" sibTransId="{552E7FCD-CDE5-47F1-80B0-C4182F00F239}"/>
    <dgm:cxn modelId="{83630795-B861-4A8E-9319-9BE78BF41955}" srcId="{77AED4A9-FAA3-4895-BF13-FC18ADA89011}" destId="{48471DE7-F043-4AE3-AE5C-1DDE7A7C82DC}" srcOrd="8" destOrd="0" parTransId="{F9B8EAF9-BE41-4B04-80B7-86D2EBBEA326}" sibTransId="{6EE8CD90-234F-4415-93D6-B34D736C99AA}"/>
    <dgm:cxn modelId="{9246B397-294C-41AD-8774-E68B9D03C2AD}" type="presOf" srcId="{6EE8CD90-234F-4415-93D6-B34D736C99AA}" destId="{6FF6FD1B-668C-4670-B4D5-2CF1B9BE1102}" srcOrd="0" destOrd="0" presId="urn:microsoft.com/office/officeart/2005/8/layout/bProcess3"/>
    <dgm:cxn modelId="{0247A09A-194D-4FFC-B282-4A8616CDD24E}" srcId="{77AED4A9-FAA3-4895-BF13-FC18ADA89011}" destId="{26B5E166-E678-4FCF-9D41-592D6F630F75}" srcOrd="9" destOrd="0" parTransId="{D5095B98-F73C-4CF7-8180-5E680D76914E}" sibTransId="{7A76AD03-0246-4B61-9E4C-8B7ED25E7FA6}"/>
    <dgm:cxn modelId="{FAC2AC9A-942E-404B-A9AD-0D28581C73B3}" type="presOf" srcId="{D7087FB8-D16B-4B17-9D4E-CAFB42CF08D0}" destId="{714B830E-4810-4C70-BCE9-9942BBF561B3}" srcOrd="0" destOrd="2" presId="urn:microsoft.com/office/officeart/2005/8/layout/bProcess3"/>
    <dgm:cxn modelId="{9AB71E9C-6BAC-49E1-A13D-ED21F896CC14}" type="presOf" srcId="{23A5C6A2-B4CB-426F-B4B1-3B83EE3CBB57}" destId="{24F12D59-7252-4436-A618-7C9DC99D92A9}" srcOrd="1" destOrd="0" presId="urn:microsoft.com/office/officeart/2005/8/layout/bProcess3"/>
    <dgm:cxn modelId="{CB6CDE9E-13D9-4220-8CE7-DD2CCBD5CBF8}" srcId="{77AED4A9-FAA3-4895-BF13-FC18ADA89011}" destId="{BB8F5014-EE3B-4E8F-9CDA-8600B134581A}" srcOrd="4" destOrd="0" parTransId="{603A2A9E-798F-45A5-8B57-DA786DE91841}" sibTransId="{53DCC87B-0FD2-409B-862D-FC6AAF131432}"/>
    <dgm:cxn modelId="{D3C88AA3-18D0-40DA-BBF5-5BF69CBDD12B}" type="presOf" srcId="{468EE625-2A93-43B2-8AD9-F0DF4F1E8775}" destId="{AC4A7CBE-BC99-45B3-98D2-06C498283399}" srcOrd="0" destOrd="0" presId="urn:microsoft.com/office/officeart/2005/8/layout/bProcess3"/>
    <dgm:cxn modelId="{D2ED1EAA-812C-486B-A06E-EA1024D3D1FD}" type="presOf" srcId="{F6784AA7-8CDA-4E6F-9CC7-CB950CE3957B}" destId="{0A256C61-42C4-4238-B784-36669DFA838D}" srcOrd="1" destOrd="0" presId="urn:microsoft.com/office/officeart/2005/8/layout/bProcess3"/>
    <dgm:cxn modelId="{314CCBB0-3D93-4A50-A07C-79C45216D103}" type="presOf" srcId="{1A43A666-A800-4E4D-AB05-582FEA3E708A}" destId="{7A2F840D-583B-49AD-81CC-1D63A413DE33}" srcOrd="0" destOrd="0" presId="urn:microsoft.com/office/officeart/2005/8/layout/bProcess3"/>
    <dgm:cxn modelId="{555EE2B2-C742-4890-8384-B78E1DD87145}" type="presOf" srcId="{37CDBD29-8570-460E-86C4-FC37278460EC}" destId="{05B79749-E0B0-4FE8-AD96-B2C4BD216D2E}" srcOrd="0" destOrd="0" presId="urn:microsoft.com/office/officeart/2005/8/layout/bProcess3"/>
    <dgm:cxn modelId="{F64712B4-7659-4035-9E23-26C6F29FE7E0}" type="presOf" srcId="{B7D0A9D6-9CA9-42BB-AF31-7EC974BA1EA2}" destId="{B1D73AE6-6ACA-49A9-A260-8DF0224EF095}" srcOrd="0" destOrd="0" presId="urn:microsoft.com/office/officeart/2005/8/layout/bProcess3"/>
    <dgm:cxn modelId="{6207FBBE-2EB4-452C-9886-5A1D6947C968}" type="presOf" srcId="{D16DA678-2107-4C4B-B53E-F96304B27BEC}" destId="{43E443F4-AEF1-4CA9-A7AC-A06260DCF0E1}" srcOrd="1" destOrd="0" presId="urn:microsoft.com/office/officeart/2005/8/layout/bProcess3"/>
    <dgm:cxn modelId="{B2AB36C9-C45B-4A95-A447-F6E2F56433CB}" srcId="{48471DE7-F043-4AE3-AE5C-1DDE7A7C82DC}" destId="{63DC3EA2-8EAC-4A09-B40F-522CBC26CB6E}" srcOrd="0" destOrd="0" parTransId="{72FF7E45-74ED-4D31-A10F-187D8CAC1D63}" sibTransId="{0C0714C3-AD8A-4246-A256-9E999871D1F2}"/>
    <dgm:cxn modelId="{21BB03CA-8295-4670-9832-43B10F903F65}" type="presOf" srcId="{D70C9DAC-C71B-4CB2-B920-BB01CDEDECE7}" destId="{4DD66C2D-46B0-44AA-8B2F-43437FA7FF19}" srcOrd="0" destOrd="0" presId="urn:microsoft.com/office/officeart/2005/8/layout/bProcess3"/>
    <dgm:cxn modelId="{B7A9FDCA-B976-4A4B-903D-A83D142F59B2}" type="presOf" srcId="{605DD375-5AB9-4D68-96CE-AC174137C7AB}" destId="{9B1794BD-8F15-4023-97E6-C74D733319B6}" srcOrd="0" destOrd="0" presId="urn:microsoft.com/office/officeart/2005/8/layout/bProcess3"/>
    <dgm:cxn modelId="{66A81BD4-1C62-4CAD-8A7B-3989EBAB1F58}" type="presOf" srcId="{6EE8CD90-234F-4415-93D6-B34D736C99AA}" destId="{0890F640-DF9B-4381-8024-90B9D0473F96}" srcOrd="1" destOrd="0" presId="urn:microsoft.com/office/officeart/2005/8/layout/bProcess3"/>
    <dgm:cxn modelId="{709348D4-7ACE-44C8-87E9-37196BBA7CB4}" type="presOf" srcId="{23A5C6A2-B4CB-426F-B4B1-3B83EE3CBB57}" destId="{F117714E-0E13-4DA0-91A9-2BF70DEC3B65}" srcOrd="0" destOrd="0" presId="urn:microsoft.com/office/officeart/2005/8/layout/bProcess3"/>
    <dgm:cxn modelId="{E71123DA-1960-4B3E-9ACF-4ABF1CF39818}" srcId="{77AED4A9-FAA3-4895-BF13-FC18ADA89011}" destId="{605DD375-5AB9-4D68-96CE-AC174137C7AB}" srcOrd="11" destOrd="0" parTransId="{24980B36-4B15-45E2-90E2-5A2149F6B25A}" sibTransId="{23A5C6A2-B4CB-426F-B4B1-3B83EE3CBB57}"/>
    <dgm:cxn modelId="{AB0CFDDA-A157-4CB2-B2BF-045C54D6AE8C}" srcId="{77AED4A9-FAA3-4895-BF13-FC18ADA89011}" destId="{D0FAB7B7-FC24-4CB2-9B42-46664F9AAB0D}" srcOrd="1" destOrd="0" parTransId="{D66433F3-133A-4387-A4F7-5894028FBBC4}" sibTransId="{B948E6CE-22BC-4EEC-827C-68FFA0B5B36C}"/>
    <dgm:cxn modelId="{01EC75DC-C76D-4621-AB1A-90ABF8F3CA47}" type="presOf" srcId="{B7D086EE-09EF-49E4-A9DA-83F5EC644A5C}" destId="{0D496B2F-EC0C-494F-9216-E8A64AB22FB8}" srcOrd="1" destOrd="0" presId="urn:microsoft.com/office/officeart/2005/8/layout/bProcess3"/>
    <dgm:cxn modelId="{35D2F3DD-1B33-4A6D-9912-6E7BC69E7E92}" srcId="{77AED4A9-FAA3-4895-BF13-FC18ADA89011}" destId="{D70C9DAC-C71B-4CB2-B920-BB01CDEDECE7}" srcOrd="3" destOrd="0" parTransId="{29D51299-968D-437B-A673-3D5ABC8E31DD}" sibTransId="{468EE625-2A93-43B2-8AD9-F0DF4F1E8775}"/>
    <dgm:cxn modelId="{C152F8E1-3055-4A3E-BA7B-AE4EB9F3021C}" type="presOf" srcId="{B948E6CE-22BC-4EEC-827C-68FFA0B5B36C}" destId="{CE1CE20C-1FA7-441A-A04C-12E6B3554865}" srcOrd="0" destOrd="0" presId="urn:microsoft.com/office/officeart/2005/8/layout/bProcess3"/>
    <dgm:cxn modelId="{81EFFDF0-BC8B-427D-A91A-C68642B3F278}" type="presOf" srcId="{ECA99116-E41F-4B92-94D6-FF281AD60BC8}" destId="{36B17A1D-D344-46AE-800A-0972C68D5849}" srcOrd="1" destOrd="0" presId="urn:microsoft.com/office/officeart/2005/8/layout/bProcess3"/>
    <dgm:cxn modelId="{847FF1F3-0C00-4B45-A278-99ABDCF75041}" type="presOf" srcId="{60E92E9C-4583-42A0-85D3-1254F89B2A71}" destId="{CBEB16B6-C265-459E-B871-BE0F9AD9C9C1}" srcOrd="0" destOrd="0" presId="urn:microsoft.com/office/officeart/2005/8/layout/bProcess3"/>
    <dgm:cxn modelId="{AC996DF8-7D74-457A-9C54-50D29F83868E}" type="presOf" srcId="{70667D4D-89CF-40B0-B503-5D18A71BFCBA}" destId="{55E87DF1-153A-48E2-B53B-D98D76A8B127}" srcOrd="0" destOrd="0" presId="urn:microsoft.com/office/officeart/2005/8/layout/bProcess3"/>
    <dgm:cxn modelId="{40DEA8F8-1079-4BBA-9511-8C4615A1330C}" type="presOf" srcId="{ECA99116-E41F-4B92-94D6-FF281AD60BC8}" destId="{8D552ED4-C192-44F0-82DD-BEFCFC12506B}" srcOrd="0" destOrd="0" presId="urn:microsoft.com/office/officeart/2005/8/layout/bProcess3"/>
    <dgm:cxn modelId="{CF48FFFB-4FE3-4D3F-A010-DEF48CBB15C6}" srcId="{77AED4A9-FAA3-4895-BF13-FC18ADA89011}" destId="{1A43A666-A800-4E4D-AB05-582FEA3E708A}" srcOrd="7" destOrd="0" parTransId="{3CAE21D2-343E-4222-94D2-975F5FB967F6}" sibTransId="{60E92E9C-4583-42A0-85D3-1254F89B2A71}"/>
    <dgm:cxn modelId="{65D88BCA-AF74-4392-BD5B-895AB689D928}" type="presParOf" srcId="{A22572A2-A29F-40DD-848F-B55026F897D6}" destId="{32B07DEE-A5E6-47AB-ADD9-05EA07A96378}" srcOrd="0" destOrd="0" presId="urn:microsoft.com/office/officeart/2005/8/layout/bProcess3"/>
    <dgm:cxn modelId="{0BED36CC-FD8F-4900-B61F-72BA37835260}" type="presParOf" srcId="{A22572A2-A29F-40DD-848F-B55026F897D6}" destId="{BA91D634-6C76-4DAC-A144-4B9DF9BC8A20}" srcOrd="1" destOrd="0" presId="urn:microsoft.com/office/officeart/2005/8/layout/bProcess3"/>
    <dgm:cxn modelId="{8A0A71D1-B600-46C0-8705-128E7AD657E8}" type="presParOf" srcId="{BA91D634-6C76-4DAC-A144-4B9DF9BC8A20}" destId="{43E443F4-AEF1-4CA9-A7AC-A06260DCF0E1}" srcOrd="0" destOrd="0" presId="urn:microsoft.com/office/officeart/2005/8/layout/bProcess3"/>
    <dgm:cxn modelId="{E5A5659D-C8E9-420A-8540-EDF731A2EBF4}" type="presParOf" srcId="{A22572A2-A29F-40DD-848F-B55026F897D6}" destId="{D20CBD45-9C4D-4BBE-8C2B-D26BAE67B6A4}" srcOrd="2" destOrd="0" presId="urn:microsoft.com/office/officeart/2005/8/layout/bProcess3"/>
    <dgm:cxn modelId="{27751270-62C2-43D3-AE80-E8FF2DCAC771}" type="presParOf" srcId="{A22572A2-A29F-40DD-848F-B55026F897D6}" destId="{CE1CE20C-1FA7-441A-A04C-12E6B3554865}" srcOrd="3" destOrd="0" presId="urn:microsoft.com/office/officeart/2005/8/layout/bProcess3"/>
    <dgm:cxn modelId="{1761E163-1C78-4106-AB46-4837114F28CD}" type="presParOf" srcId="{CE1CE20C-1FA7-441A-A04C-12E6B3554865}" destId="{34D2D886-98D3-4F2C-97A5-C9F5B9FA6C92}" srcOrd="0" destOrd="0" presId="urn:microsoft.com/office/officeart/2005/8/layout/bProcess3"/>
    <dgm:cxn modelId="{39FDBAE3-7EF6-4FC4-8D33-305F69D745BD}" type="presParOf" srcId="{A22572A2-A29F-40DD-848F-B55026F897D6}" destId="{05B79749-E0B0-4FE8-AD96-B2C4BD216D2E}" srcOrd="4" destOrd="0" presId="urn:microsoft.com/office/officeart/2005/8/layout/bProcess3"/>
    <dgm:cxn modelId="{78245A07-A192-4F3E-9B90-868825CBA30B}" type="presParOf" srcId="{A22572A2-A29F-40DD-848F-B55026F897D6}" destId="{F6495A62-A4E8-4879-921D-50B1383DCBB3}" srcOrd="5" destOrd="0" presId="urn:microsoft.com/office/officeart/2005/8/layout/bProcess3"/>
    <dgm:cxn modelId="{9162FF72-EBBC-48FD-A8BE-C1B7A73B8CAD}" type="presParOf" srcId="{F6495A62-A4E8-4879-921D-50B1383DCBB3}" destId="{5CA7AFBF-7BD9-4581-B2B3-A48BB0E67E4B}" srcOrd="0" destOrd="0" presId="urn:microsoft.com/office/officeart/2005/8/layout/bProcess3"/>
    <dgm:cxn modelId="{A9ADE767-D632-4535-8723-E7CFD1C93045}" type="presParOf" srcId="{A22572A2-A29F-40DD-848F-B55026F897D6}" destId="{4DD66C2D-46B0-44AA-8B2F-43437FA7FF19}" srcOrd="6" destOrd="0" presId="urn:microsoft.com/office/officeart/2005/8/layout/bProcess3"/>
    <dgm:cxn modelId="{67397E0E-AF73-469A-BD4D-6596AAD1EB07}" type="presParOf" srcId="{A22572A2-A29F-40DD-848F-B55026F897D6}" destId="{AC4A7CBE-BC99-45B3-98D2-06C498283399}" srcOrd="7" destOrd="0" presId="urn:microsoft.com/office/officeart/2005/8/layout/bProcess3"/>
    <dgm:cxn modelId="{70D62AB7-1990-4D9D-88FA-844A2C5178F2}" type="presParOf" srcId="{AC4A7CBE-BC99-45B3-98D2-06C498283399}" destId="{27FECEF7-47F6-4174-A352-6749A946EEFD}" srcOrd="0" destOrd="0" presId="urn:microsoft.com/office/officeart/2005/8/layout/bProcess3"/>
    <dgm:cxn modelId="{B70B8E7E-BE26-47EC-8766-74BFC5A1EDDB}" type="presParOf" srcId="{A22572A2-A29F-40DD-848F-B55026F897D6}" destId="{714B830E-4810-4C70-BCE9-9942BBF561B3}" srcOrd="8" destOrd="0" presId="urn:microsoft.com/office/officeart/2005/8/layout/bProcess3"/>
    <dgm:cxn modelId="{159C28FF-247C-4B62-97D7-1EBA0812D7FE}" type="presParOf" srcId="{A22572A2-A29F-40DD-848F-B55026F897D6}" destId="{E5EC23AA-20FD-4072-8B01-8800D869A3FC}" srcOrd="9" destOrd="0" presId="urn:microsoft.com/office/officeart/2005/8/layout/bProcess3"/>
    <dgm:cxn modelId="{345F6697-89D5-48F3-9555-332CFEAA6A46}" type="presParOf" srcId="{E5EC23AA-20FD-4072-8B01-8800D869A3FC}" destId="{02237FA9-389B-4932-9C38-40D3433ED4C4}" srcOrd="0" destOrd="0" presId="urn:microsoft.com/office/officeart/2005/8/layout/bProcess3"/>
    <dgm:cxn modelId="{DAC6BB46-E2FA-4CB3-938B-B6872416110C}" type="presParOf" srcId="{A22572A2-A29F-40DD-848F-B55026F897D6}" destId="{A4F4F51C-6721-497C-9573-7C70EBDFF17A}" srcOrd="10" destOrd="0" presId="urn:microsoft.com/office/officeart/2005/8/layout/bProcess3"/>
    <dgm:cxn modelId="{82364F25-8D31-4DB0-B8FC-D13C2471996F}" type="presParOf" srcId="{A22572A2-A29F-40DD-848F-B55026F897D6}" destId="{9BA65E47-9630-491B-A059-0B28BC57114A}" srcOrd="11" destOrd="0" presId="urn:microsoft.com/office/officeart/2005/8/layout/bProcess3"/>
    <dgm:cxn modelId="{17C46A8A-75A6-4BCF-908E-61EC949EED21}" type="presParOf" srcId="{9BA65E47-9630-491B-A059-0B28BC57114A}" destId="{0D496B2F-EC0C-494F-9216-E8A64AB22FB8}" srcOrd="0" destOrd="0" presId="urn:microsoft.com/office/officeart/2005/8/layout/bProcess3"/>
    <dgm:cxn modelId="{A60B6A13-A7AC-41D7-B08F-B2E96D90B6F9}" type="presParOf" srcId="{A22572A2-A29F-40DD-848F-B55026F897D6}" destId="{B1D73AE6-6ACA-49A9-A260-8DF0224EF095}" srcOrd="12" destOrd="0" presId="urn:microsoft.com/office/officeart/2005/8/layout/bProcess3"/>
    <dgm:cxn modelId="{0B720E8D-B26E-4DD9-BFD5-AC5655A2BC77}" type="presParOf" srcId="{A22572A2-A29F-40DD-848F-B55026F897D6}" destId="{8D552ED4-C192-44F0-82DD-BEFCFC12506B}" srcOrd="13" destOrd="0" presId="urn:microsoft.com/office/officeart/2005/8/layout/bProcess3"/>
    <dgm:cxn modelId="{3195FE94-1384-4AB1-AF1A-4DB8ADA9B204}" type="presParOf" srcId="{8D552ED4-C192-44F0-82DD-BEFCFC12506B}" destId="{36B17A1D-D344-46AE-800A-0972C68D5849}" srcOrd="0" destOrd="0" presId="urn:microsoft.com/office/officeart/2005/8/layout/bProcess3"/>
    <dgm:cxn modelId="{350EAE1A-DA3D-405A-A188-FD47DA5915D8}" type="presParOf" srcId="{A22572A2-A29F-40DD-848F-B55026F897D6}" destId="{7A2F840D-583B-49AD-81CC-1D63A413DE33}" srcOrd="14" destOrd="0" presId="urn:microsoft.com/office/officeart/2005/8/layout/bProcess3"/>
    <dgm:cxn modelId="{37F939EB-8521-404A-9AC0-8D677688F8D1}" type="presParOf" srcId="{A22572A2-A29F-40DD-848F-B55026F897D6}" destId="{CBEB16B6-C265-459E-B871-BE0F9AD9C9C1}" srcOrd="15" destOrd="0" presId="urn:microsoft.com/office/officeart/2005/8/layout/bProcess3"/>
    <dgm:cxn modelId="{F5495D3D-AC1D-4923-ADA1-923B0C982D6E}" type="presParOf" srcId="{CBEB16B6-C265-459E-B871-BE0F9AD9C9C1}" destId="{BA880854-C047-4F08-BF18-A8A0372A798D}" srcOrd="0" destOrd="0" presId="urn:microsoft.com/office/officeart/2005/8/layout/bProcess3"/>
    <dgm:cxn modelId="{9894AA95-55DD-451C-A879-0093B2389416}" type="presParOf" srcId="{A22572A2-A29F-40DD-848F-B55026F897D6}" destId="{F0D770D6-11BB-4B9D-92E5-5CA78BFEEA94}" srcOrd="16" destOrd="0" presId="urn:microsoft.com/office/officeart/2005/8/layout/bProcess3"/>
    <dgm:cxn modelId="{64D7F020-DFF7-4410-B78E-DED7AC322C98}" type="presParOf" srcId="{A22572A2-A29F-40DD-848F-B55026F897D6}" destId="{6FF6FD1B-668C-4670-B4D5-2CF1B9BE1102}" srcOrd="17" destOrd="0" presId="urn:microsoft.com/office/officeart/2005/8/layout/bProcess3"/>
    <dgm:cxn modelId="{2058904C-2478-4DF2-895E-878C9B16BCFE}" type="presParOf" srcId="{6FF6FD1B-668C-4670-B4D5-2CF1B9BE1102}" destId="{0890F640-DF9B-4381-8024-90B9D0473F96}" srcOrd="0" destOrd="0" presId="urn:microsoft.com/office/officeart/2005/8/layout/bProcess3"/>
    <dgm:cxn modelId="{B48FD1AF-B30B-41F0-BC24-641B324D07A7}" type="presParOf" srcId="{A22572A2-A29F-40DD-848F-B55026F897D6}" destId="{D6F2A32B-552A-4E01-BA75-5FBB521BE390}" srcOrd="18" destOrd="0" presId="urn:microsoft.com/office/officeart/2005/8/layout/bProcess3"/>
    <dgm:cxn modelId="{2777E701-770E-4A30-B8DA-5B4D2B6E6291}" type="presParOf" srcId="{A22572A2-A29F-40DD-848F-B55026F897D6}" destId="{3B7E8B51-E2B3-42D9-89AC-0DAB4A04AAEE}" srcOrd="19" destOrd="0" presId="urn:microsoft.com/office/officeart/2005/8/layout/bProcess3"/>
    <dgm:cxn modelId="{8E0C5DE6-759E-497B-8455-2B33295E5571}" type="presParOf" srcId="{3B7E8B51-E2B3-42D9-89AC-0DAB4A04AAEE}" destId="{61B1D2E3-4148-42BB-9F16-6E22351BB5E8}" srcOrd="0" destOrd="0" presId="urn:microsoft.com/office/officeart/2005/8/layout/bProcess3"/>
    <dgm:cxn modelId="{C5129D6D-EFA8-4F53-891E-9B3048073403}" type="presParOf" srcId="{A22572A2-A29F-40DD-848F-B55026F897D6}" destId="{55E87DF1-153A-48E2-B53B-D98D76A8B127}" srcOrd="20" destOrd="0" presId="urn:microsoft.com/office/officeart/2005/8/layout/bProcess3"/>
    <dgm:cxn modelId="{A12317A8-83CC-48AB-BA96-35907C5C9CA2}" type="presParOf" srcId="{A22572A2-A29F-40DD-848F-B55026F897D6}" destId="{DC95BEAA-7E94-4FC3-B3CF-93C7BEC4A542}" srcOrd="21" destOrd="0" presId="urn:microsoft.com/office/officeart/2005/8/layout/bProcess3"/>
    <dgm:cxn modelId="{715E6EDF-4DB1-49D7-98A7-CE81136D6B66}" type="presParOf" srcId="{DC95BEAA-7E94-4FC3-B3CF-93C7BEC4A542}" destId="{0A256C61-42C4-4238-B784-36669DFA838D}" srcOrd="0" destOrd="0" presId="urn:microsoft.com/office/officeart/2005/8/layout/bProcess3"/>
    <dgm:cxn modelId="{DC133AF8-65AE-4A85-99E9-E9229B483F7A}" type="presParOf" srcId="{A22572A2-A29F-40DD-848F-B55026F897D6}" destId="{9B1794BD-8F15-4023-97E6-C74D733319B6}" srcOrd="22" destOrd="0" presId="urn:microsoft.com/office/officeart/2005/8/layout/bProcess3"/>
    <dgm:cxn modelId="{EEEA3EF1-EA65-4CD1-A027-9CE124F27EC6}" type="presParOf" srcId="{A22572A2-A29F-40DD-848F-B55026F897D6}" destId="{F117714E-0E13-4DA0-91A9-2BF70DEC3B65}" srcOrd="23" destOrd="0" presId="urn:microsoft.com/office/officeart/2005/8/layout/bProcess3"/>
    <dgm:cxn modelId="{D5B61AF6-0BEE-47A1-AB7A-053E3F52A9F7}" type="presParOf" srcId="{F117714E-0E13-4DA0-91A9-2BF70DEC3B65}" destId="{24F12D59-7252-4436-A618-7C9DC99D92A9}" srcOrd="0" destOrd="0" presId="urn:microsoft.com/office/officeart/2005/8/layout/bProcess3"/>
    <dgm:cxn modelId="{5C8D9216-C434-4A37-8A30-84E80CEA7C9F}" type="presParOf" srcId="{A22572A2-A29F-40DD-848F-B55026F897D6}" destId="{7671F54A-BCE9-4D0F-98C7-8DACB450044E}" srcOrd="2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3B790D-0666-484C-8B59-185831A518EB}" type="doc">
      <dgm:prSet loTypeId="urn:microsoft.com/office/officeart/2016/7/layout/RepeatingBendingProcessNew" loCatId="process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77B152-7A7E-45A9-B7B6-0DCFA08732CD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1. Perda de Ligação ao Servidor</a:t>
          </a:r>
          <a:endParaRPr lang="pt-PT" sz="1400" noProof="0" dirty="0"/>
        </a:p>
      </dgm:t>
    </dgm:pt>
    <dgm:pt modelId="{45301E17-FD15-4F15-88EF-98690F88BF97}" type="parTrans" cxnId="{19857C9E-227F-4CD8-9525-A280A6BEF66B}">
      <dgm:prSet/>
      <dgm:spPr/>
      <dgm:t>
        <a:bodyPr/>
        <a:lstStyle/>
        <a:p>
          <a:endParaRPr lang="en-US"/>
        </a:p>
      </dgm:t>
    </dgm:pt>
    <dgm:pt modelId="{65A86DB6-3F47-4943-B62B-7C8563DE6BC3}" type="sibTrans" cxnId="{19857C9E-227F-4CD8-9525-A280A6BEF66B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C219C7FB-34FF-4B29-9C61-C6C039C58DE2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noProof="0" dirty="0"/>
            <a:t>O cliente deteta que a ligação TCP ao Servidor Primário foi interrompida.</a:t>
          </a:r>
        </a:p>
      </dgm:t>
    </dgm:pt>
    <dgm:pt modelId="{390CBBC2-7503-441A-B911-82AFFD1205D1}" type="parTrans" cxnId="{F8FF232F-C1B4-41AD-86FF-B255DD86816A}">
      <dgm:prSet/>
      <dgm:spPr/>
      <dgm:t>
        <a:bodyPr/>
        <a:lstStyle/>
        <a:p>
          <a:endParaRPr lang="en-US"/>
        </a:p>
      </dgm:t>
    </dgm:pt>
    <dgm:pt modelId="{6A84F39E-99CE-4673-A8EB-928DCC86BA78}" type="sibTrans" cxnId="{F8FF232F-C1B4-41AD-86FF-B255DD86816A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E0A559B6-13C6-4EDB-8CAC-37653106644B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2. Pedido ao Serviço de Diretoria</a:t>
          </a:r>
          <a:endParaRPr lang="pt-PT" sz="1400" noProof="0" dirty="0"/>
        </a:p>
      </dgm:t>
    </dgm:pt>
    <dgm:pt modelId="{84133E11-A4DE-4086-BA4F-2E521B070D3E}" type="parTrans" cxnId="{A97CC6F4-36BF-4CE7-82CC-B29DABF67EA3}">
      <dgm:prSet/>
      <dgm:spPr/>
      <dgm:t>
        <a:bodyPr/>
        <a:lstStyle/>
        <a:p>
          <a:endParaRPr lang="en-US"/>
        </a:p>
      </dgm:t>
    </dgm:pt>
    <dgm:pt modelId="{3074FB07-5929-4271-A6AC-5791B04B6E82}" type="sibTrans" cxnId="{A97CC6F4-36BF-4CE7-82CC-B29DABF67EA3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76ACE912-751B-495D-8B5C-9D165F14900E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noProof="0" dirty="0"/>
            <a:t>O cliente envia novo pedido </a:t>
          </a:r>
          <a:r>
            <a:rPr lang="pt-PT" sz="1400" b="1" noProof="0" dirty="0"/>
            <a:t>REQUEST_SERVER</a:t>
          </a:r>
          <a:r>
            <a:rPr lang="pt-PT" sz="1400" noProof="0" dirty="0"/>
            <a:t> para obter o atual Servidor Primário.</a:t>
          </a:r>
        </a:p>
      </dgm:t>
    </dgm:pt>
    <dgm:pt modelId="{8C42ABFE-BD9E-45E8-A90A-89F18ADDC324}" type="parTrans" cxnId="{9056799D-DF26-4AD7-BD4C-E1EA805B0031}">
      <dgm:prSet/>
      <dgm:spPr/>
      <dgm:t>
        <a:bodyPr/>
        <a:lstStyle/>
        <a:p>
          <a:endParaRPr lang="en-US"/>
        </a:p>
      </dgm:t>
    </dgm:pt>
    <dgm:pt modelId="{C7334AE5-4AC9-43C9-81BC-D784BA19686A}" type="sibTrans" cxnId="{9056799D-DF26-4AD7-BD4C-E1EA805B0031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2C837DCF-3A0A-4030-8012-54D62C36219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3. Receção do Novo Primário</a:t>
          </a:r>
          <a:endParaRPr lang="pt-PT" sz="1400" noProof="0" dirty="0"/>
        </a:p>
      </dgm:t>
    </dgm:pt>
    <dgm:pt modelId="{C1B74FA9-0AA9-4BAF-A2BD-5CE9AD0EB95F}" type="parTrans" cxnId="{F0FAF9AD-C745-4329-83CC-C7A585DEF51F}">
      <dgm:prSet/>
      <dgm:spPr/>
      <dgm:t>
        <a:bodyPr/>
        <a:lstStyle/>
        <a:p>
          <a:endParaRPr lang="en-US"/>
        </a:p>
      </dgm:t>
    </dgm:pt>
    <dgm:pt modelId="{1C5B356B-B207-4848-BD29-F2D6A777F261}" type="sibTrans" cxnId="{F0FAF9AD-C745-4329-83CC-C7A585DEF51F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54DC4785-302E-4B25-9937-9FA65CA67B9F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noProof="0" dirty="0"/>
            <a:t>A Diretoria devolve o endereço IP e porto TCP do servidor que assumiu o papel de Primário.</a:t>
          </a:r>
        </a:p>
      </dgm:t>
    </dgm:pt>
    <dgm:pt modelId="{13D4282C-9D37-4BBF-A12D-883683450BD0}" type="parTrans" cxnId="{2395E82D-69B4-4B68-9409-B6000DC2C253}">
      <dgm:prSet/>
      <dgm:spPr/>
      <dgm:t>
        <a:bodyPr/>
        <a:lstStyle/>
        <a:p>
          <a:endParaRPr lang="en-US"/>
        </a:p>
      </dgm:t>
    </dgm:pt>
    <dgm:pt modelId="{F73D1423-43D3-4167-BCDA-B1FBE03C548B}" type="sibTrans" cxnId="{2395E82D-69B4-4B68-9409-B6000DC2C253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DFB9CDD9-4C69-4FC7-9C0B-6ECAB3650D2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4. Reconexão</a:t>
          </a:r>
          <a:endParaRPr lang="pt-PT" sz="1400" noProof="0" dirty="0"/>
        </a:p>
      </dgm:t>
    </dgm:pt>
    <dgm:pt modelId="{FF1DF2DB-71D2-47D5-90D2-752D1FFF9725}" type="parTrans" cxnId="{26112270-92B5-4836-BCA7-71D70B4ED4DD}">
      <dgm:prSet/>
      <dgm:spPr/>
      <dgm:t>
        <a:bodyPr/>
        <a:lstStyle/>
        <a:p>
          <a:endParaRPr lang="en-US"/>
        </a:p>
      </dgm:t>
    </dgm:pt>
    <dgm:pt modelId="{CC1FB043-141A-4595-B722-606EAC7E82ED}" type="sibTrans" cxnId="{26112270-92B5-4836-BCA7-71D70B4ED4DD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D72129E1-0CEB-4066-946A-887CA5F3763E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noProof="0" dirty="0"/>
            <a:t>O cliente estabelece automaticamente uma nova ligação TCP ao novo Primário — sem intervenção do utilizador.</a:t>
          </a:r>
        </a:p>
      </dgm:t>
    </dgm:pt>
    <dgm:pt modelId="{DB7686D5-AE07-464A-BDA2-6256DDA6727C}" type="parTrans" cxnId="{23BFF820-22F4-444B-9CC2-09560831E6F7}">
      <dgm:prSet/>
      <dgm:spPr/>
      <dgm:t>
        <a:bodyPr/>
        <a:lstStyle/>
        <a:p>
          <a:endParaRPr lang="en-US"/>
        </a:p>
      </dgm:t>
    </dgm:pt>
    <dgm:pt modelId="{B997C6CE-3EE2-49B7-88ED-A69AC2008D36}" type="sibTrans" cxnId="{23BFF820-22F4-444B-9CC2-09560831E6F7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7DA99759-E9E2-4C7A-BC28-1571A4185587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400" b="1" noProof="0" dirty="0"/>
            <a:t>5. Reposição da Sessão</a:t>
          </a:r>
          <a:endParaRPr lang="pt-PT" sz="1400" noProof="0" dirty="0"/>
        </a:p>
      </dgm:t>
    </dgm:pt>
    <dgm:pt modelId="{4DE18F02-B73E-4D4A-B5C4-25B9867FB2BF}" type="parTrans" cxnId="{2969974B-504D-40CC-B236-8185FAFE2C7F}">
      <dgm:prSet/>
      <dgm:spPr/>
      <dgm:t>
        <a:bodyPr/>
        <a:lstStyle/>
        <a:p>
          <a:endParaRPr lang="en-US"/>
        </a:p>
      </dgm:t>
    </dgm:pt>
    <dgm:pt modelId="{2FB7415C-B7C5-42FD-B78F-5D5600A74978}" type="sibTrans" cxnId="{2969974B-504D-40CC-B236-8185FAFE2C7F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400" noProof="0" dirty="0"/>
        </a:p>
      </dgm:t>
    </dgm:pt>
    <dgm:pt modelId="{44923B6B-188C-48A2-9628-B92B30854652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noProof="0" dirty="0"/>
            <a:t>O cliente reenvia autenticação/estado necessário e retoma a operação como se nada tivesse acontecido.</a:t>
          </a:r>
        </a:p>
      </dgm:t>
    </dgm:pt>
    <dgm:pt modelId="{B37187AF-5A21-497F-81DE-9E7C25B76913}" type="parTrans" cxnId="{473DB16F-8CD4-4F5D-8969-B78DC8783F5C}">
      <dgm:prSet/>
      <dgm:spPr/>
      <dgm:t>
        <a:bodyPr/>
        <a:lstStyle/>
        <a:p>
          <a:endParaRPr lang="en-US"/>
        </a:p>
      </dgm:t>
    </dgm:pt>
    <dgm:pt modelId="{644A278D-66D4-4A92-B677-E6F47CFD1024}" type="sibTrans" cxnId="{473DB16F-8CD4-4F5D-8969-B78DC8783F5C}">
      <dgm:prSet/>
      <dgm:spPr/>
      <dgm:t>
        <a:bodyPr/>
        <a:lstStyle/>
        <a:p>
          <a:endParaRPr lang="en-US"/>
        </a:p>
      </dgm:t>
    </dgm:pt>
    <dgm:pt modelId="{6B77E328-4439-42A1-8BBE-32F535C708A3}" type="pres">
      <dgm:prSet presAssocID="{2D3B790D-0666-484C-8B59-185831A518EB}" presName="Name0" presStyleCnt="0">
        <dgm:presLayoutVars>
          <dgm:dir/>
          <dgm:resizeHandles val="exact"/>
        </dgm:presLayoutVars>
      </dgm:prSet>
      <dgm:spPr/>
    </dgm:pt>
    <dgm:pt modelId="{7C47375A-DACE-44B1-98A5-06EB148A418F}" type="pres">
      <dgm:prSet presAssocID="{1C77B152-7A7E-45A9-B7B6-0DCFA08732CD}" presName="node" presStyleLbl="node1" presStyleIdx="0" presStyleCnt="10">
        <dgm:presLayoutVars>
          <dgm:bulletEnabled val="1"/>
        </dgm:presLayoutVars>
      </dgm:prSet>
      <dgm:spPr/>
    </dgm:pt>
    <dgm:pt modelId="{997720BC-4BFD-457D-880B-58865629B993}" type="pres">
      <dgm:prSet presAssocID="{65A86DB6-3F47-4943-B62B-7C8563DE6BC3}" presName="sibTrans" presStyleLbl="sibTrans1D1" presStyleIdx="0" presStyleCnt="9"/>
      <dgm:spPr/>
    </dgm:pt>
    <dgm:pt modelId="{8EDF6646-9978-4E76-992E-CB448F09A864}" type="pres">
      <dgm:prSet presAssocID="{65A86DB6-3F47-4943-B62B-7C8563DE6BC3}" presName="connectorText" presStyleLbl="sibTrans1D1" presStyleIdx="0" presStyleCnt="9"/>
      <dgm:spPr/>
    </dgm:pt>
    <dgm:pt modelId="{C3AA31F2-CF5C-4117-889E-FA80BBD152A1}" type="pres">
      <dgm:prSet presAssocID="{C219C7FB-34FF-4B29-9C61-C6C039C58DE2}" presName="node" presStyleLbl="node1" presStyleIdx="1" presStyleCnt="10">
        <dgm:presLayoutVars>
          <dgm:bulletEnabled val="1"/>
        </dgm:presLayoutVars>
      </dgm:prSet>
      <dgm:spPr/>
    </dgm:pt>
    <dgm:pt modelId="{C95E7FC6-3613-442E-8467-AC39EF353328}" type="pres">
      <dgm:prSet presAssocID="{6A84F39E-99CE-4673-A8EB-928DCC86BA78}" presName="sibTrans" presStyleLbl="sibTrans1D1" presStyleIdx="1" presStyleCnt="9"/>
      <dgm:spPr/>
    </dgm:pt>
    <dgm:pt modelId="{A5288260-2F2C-476E-B66C-3E91613B9193}" type="pres">
      <dgm:prSet presAssocID="{6A84F39E-99CE-4673-A8EB-928DCC86BA78}" presName="connectorText" presStyleLbl="sibTrans1D1" presStyleIdx="1" presStyleCnt="9"/>
      <dgm:spPr/>
    </dgm:pt>
    <dgm:pt modelId="{091F1207-957B-470F-A250-28A3D8BAC9FD}" type="pres">
      <dgm:prSet presAssocID="{E0A559B6-13C6-4EDB-8CAC-37653106644B}" presName="node" presStyleLbl="node1" presStyleIdx="2" presStyleCnt="10">
        <dgm:presLayoutVars>
          <dgm:bulletEnabled val="1"/>
        </dgm:presLayoutVars>
      </dgm:prSet>
      <dgm:spPr/>
    </dgm:pt>
    <dgm:pt modelId="{DB15475B-4952-43DA-984A-14FAC55FA55B}" type="pres">
      <dgm:prSet presAssocID="{3074FB07-5929-4271-A6AC-5791B04B6E82}" presName="sibTrans" presStyleLbl="sibTrans1D1" presStyleIdx="2" presStyleCnt="9"/>
      <dgm:spPr/>
    </dgm:pt>
    <dgm:pt modelId="{1579FF41-9DC3-4E25-B639-6C328E1FAEF0}" type="pres">
      <dgm:prSet presAssocID="{3074FB07-5929-4271-A6AC-5791B04B6E82}" presName="connectorText" presStyleLbl="sibTrans1D1" presStyleIdx="2" presStyleCnt="9"/>
      <dgm:spPr/>
    </dgm:pt>
    <dgm:pt modelId="{F209EEC5-78F9-4C53-BCDD-B8466B1D60FD}" type="pres">
      <dgm:prSet presAssocID="{76ACE912-751B-495D-8B5C-9D165F14900E}" presName="node" presStyleLbl="node1" presStyleIdx="3" presStyleCnt="10">
        <dgm:presLayoutVars>
          <dgm:bulletEnabled val="1"/>
        </dgm:presLayoutVars>
      </dgm:prSet>
      <dgm:spPr/>
    </dgm:pt>
    <dgm:pt modelId="{3FAFB325-F2B5-4824-9247-B4CFE67C0EE0}" type="pres">
      <dgm:prSet presAssocID="{C7334AE5-4AC9-43C9-81BC-D784BA19686A}" presName="sibTrans" presStyleLbl="sibTrans1D1" presStyleIdx="3" presStyleCnt="9"/>
      <dgm:spPr/>
    </dgm:pt>
    <dgm:pt modelId="{0EAE8915-62B5-4D7A-8A0A-6659A2671C3A}" type="pres">
      <dgm:prSet presAssocID="{C7334AE5-4AC9-43C9-81BC-D784BA19686A}" presName="connectorText" presStyleLbl="sibTrans1D1" presStyleIdx="3" presStyleCnt="9"/>
      <dgm:spPr/>
    </dgm:pt>
    <dgm:pt modelId="{CD7EAFF0-AE95-49A4-BA9D-E70892343683}" type="pres">
      <dgm:prSet presAssocID="{2C837DCF-3A0A-4030-8012-54D62C36219A}" presName="node" presStyleLbl="node1" presStyleIdx="4" presStyleCnt="10">
        <dgm:presLayoutVars>
          <dgm:bulletEnabled val="1"/>
        </dgm:presLayoutVars>
      </dgm:prSet>
      <dgm:spPr/>
    </dgm:pt>
    <dgm:pt modelId="{0E8CFF73-8A9E-42B3-A8AA-C70CEBB29185}" type="pres">
      <dgm:prSet presAssocID="{1C5B356B-B207-4848-BD29-F2D6A777F261}" presName="sibTrans" presStyleLbl="sibTrans1D1" presStyleIdx="4" presStyleCnt="9"/>
      <dgm:spPr/>
    </dgm:pt>
    <dgm:pt modelId="{C236D311-A7F1-4B77-9FB2-5CF4D8C614F2}" type="pres">
      <dgm:prSet presAssocID="{1C5B356B-B207-4848-BD29-F2D6A777F261}" presName="connectorText" presStyleLbl="sibTrans1D1" presStyleIdx="4" presStyleCnt="9"/>
      <dgm:spPr/>
    </dgm:pt>
    <dgm:pt modelId="{126C28EF-43D5-42C8-B9AA-1EA381B44206}" type="pres">
      <dgm:prSet presAssocID="{54DC4785-302E-4B25-9937-9FA65CA67B9F}" presName="node" presStyleLbl="node1" presStyleIdx="5" presStyleCnt="10">
        <dgm:presLayoutVars>
          <dgm:bulletEnabled val="1"/>
        </dgm:presLayoutVars>
      </dgm:prSet>
      <dgm:spPr/>
    </dgm:pt>
    <dgm:pt modelId="{2C256330-9AD5-4368-AA95-FE68BF3A29AB}" type="pres">
      <dgm:prSet presAssocID="{F73D1423-43D3-4167-BCDA-B1FBE03C548B}" presName="sibTrans" presStyleLbl="sibTrans1D1" presStyleIdx="5" presStyleCnt="9"/>
      <dgm:spPr/>
    </dgm:pt>
    <dgm:pt modelId="{981F758E-84C8-4262-AF2A-5AA3E3CA25E7}" type="pres">
      <dgm:prSet presAssocID="{F73D1423-43D3-4167-BCDA-B1FBE03C548B}" presName="connectorText" presStyleLbl="sibTrans1D1" presStyleIdx="5" presStyleCnt="9"/>
      <dgm:spPr/>
    </dgm:pt>
    <dgm:pt modelId="{A395B8A5-6B37-4550-A9B2-F24E3FC5BF9F}" type="pres">
      <dgm:prSet presAssocID="{DFB9CDD9-4C69-4FC7-9C0B-6ECAB3650D2A}" presName="node" presStyleLbl="node1" presStyleIdx="6" presStyleCnt="10">
        <dgm:presLayoutVars>
          <dgm:bulletEnabled val="1"/>
        </dgm:presLayoutVars>
      </dgm:prSet>
      <dgm:spPr/>
    </dgm:pt>
    <dgm:pt modelId="{4D32410F-B4E6-488F-B8E7-87668574516F}" type="pres">
      <dgm:prSet presAssocID="{CC1FB043-141A-4595-B722-606EAC7E82ED}" presName="sibTrans" presStyleLbl="sibTrans1D1" presStyleIdx="6" presStyleCnt="9"/>
      <dgm:spPr/>
    </dgm:pt>
    <dgm:pt modelId="{A2CE1C6E-0903-472C-B2D9-AB04D76418EC}" type="pres">
      <dgm:prSet presAssocID="{CC1FB043-141A-4595-B722-606EAC7E82ED}" presName="connectorText" presStyleLbl="sibTrans1D1" presStyleIdx="6" presStyleCnt="9"/>
      <dgm:spPr/>
    </dgm:pt>
    <dgm:pt modelId="{506E2C99-93A5-464E-BCBA-9F0FBCFA87BB}" type="pres">
      <dgm:prSet presAssocID="{D72129E1-0CEB-4066-946A-887CA5F3763E}" presName="node" presStyleLbl="node1" presStyleIdx="7" presStyleCnt="10">
        <dgm:presLayoutVars>
          <dgm:bulletEnabled val="1"/>
        </dgm:presLayoutVars>
      </dgm:prSet>
      <dgm:spPr/>
    </dgm:pt>
    <dgm:pt modelId="{8D1B32DC-1AFA-4257-97AA-3A217B42282B}" type="pres">
      <dgm:prSet presAssocID="{B997C6CE-3EE2-49B7-88ED-A69AC2008D36}" presName="sibTrans" presStyleLbl="sibTrans1D1" presStyleIdx="7" presStyleCnt="9"/>
      <dgm:spPr/>
    </dgm:pt>
    <dgm:pt modelId="{A8B3E4AF-78EF-4409-BEC6-ADD72926675A}" type="pres">
      <dgm:prSet presAssocID="{B997C6CE-3EE2-49B7-88ED-A69AC2008D36}" presName="connectorText" presStyleLbl="sibTrans1D1" presStyleIdx="7" presStyleCnt="9"/>
      <dgm:spPr/>
    </dgm:pt>
    <dgm:pt modelId="{9AE7B543-E1E8-432C-96FD-7A616DC1AAFF}" type="pres">
      <dgm:prSet presAssocID="{7DA99759-E9E2-4C7A-BC28-1571A4185587}" presName="node" presStyleLbl="node1" presStyleIdx="8" presStyleCnt="10">
        <dgm:presLayoutVars>
          <dgm:bulletEnabled val="1"/>
        </dgm:presLayoutVars>
      </dgm:prSet>
      <dgm:spPr/>
    </dgm:pt>
    <dgm:pt modelId="{33F7F759-FC6C-4796-838F-8E27D5248903}" type="pres">
      <dgm:prSet presAssocID="{2FB7415C-B7C5-42FD-B78F-5D5600A74978}" presName="sibTrans" presStyleLbl="sibTrans1D1" presStyleIdx="8" presStyleCnt="9"/>
      <dgm:spPr/>
    </dgm:pt>
    <dgm:pt modelId="{07A48BAC-6997-45EC-B3EF-7F1448DB68A6}" type="pres">
      <dgm:prSet presAssocID="{2FB7415C-B7C5-42FD-B78F-5D5600A74978}" presName="connectorText" presStyleLbl="sibTrans1D1" presStyleIdx="8" presStyleCnt="9"/>
      <dgm:spPr/>
    </dgm:pt>
    <dgm:pt modelId="{41F62772-F275-4924-957D-C65C7690FAE5}" type="pres">
      <dgm:prSet presAssocID="{44923B6B-188C-48A2-9628-B92B30854652}" presName="node" presStyleLbl="node1" presStyleIdx="9" presStyleCnt="10">
        <dgm:presLayoutVars>
          <dgm:bulletEnabled val="1"/>
        </dgm:presLayoutVars>
      </dgm:prSet>
      <dgm:spPr/>
    </dgm:pt>
  </dgm:ptLst>
  <dgm:cxnLst>
    <dgm:cxn modelId="{C9954609-168A-46E5-B690-56C88B927915}" type="presOf" srcId="{7DA99759-E9E2-4C7A-BC28-1571A4185587}" destId="{9AE7B543-E1E8-432C-96FD-7A616DC1AAFF}" srcOrd="0" destOrd="0" presId="urn:microsoft.com/office/officeart/2016/7/layout/RepeatingBendingProcessNew"/>
    <dgm:cxn modelId="{720B0D11-3883-40D8-9E50-DB394C70FD61}" type="presOf" srcId="{54DC4785-302E-4B25-9937-9FA65CA67B9F}" destId="{126C28EF-43D5-42C8-B9AA-1EA381B44206}" srcOrd="0" destOrd="0" presId="urn:microsoft.com/office/officeart/2016/7/layout/RepeatingBendingProcessNew"/>
    <dgm:cxn modelId="{23BFF820-22F4-444B-9CC2-09560831E6F7}" srcId="{2D3B790D-0666-484C-8B59-185831A518EB}" destId="{D72129E1-0CEB-4066-946A-887CA5F3763E}" srcOrd="7" destOrd="0" parTransId="{DB7686D5-AE07-464A-BDA2-6256DDA6727C}" sibTransId="{B997C6CE-3EE2-49B7-88ED-A69AC2008D36}"/>
    <dgm:cxn modelId="{EEAE9D21-3B93-4DA1-9AB4-E8320373D604}" type="presOf" srcId="{6A84F39E-99CE-4673-A8EB-928DCC86BA78}" destId="{C95E7FC6-3613-442E-8467-AC39EF353328}" srcOrd="0" destOrd="0" presId="urn:microsoft.com/office/officeart/2016/7/layout/RepeatingBendingProcessNew"/>
    <dgm:cxn modelId="{D32DAE2A-50B7-4F40-B014-7E1A7620E6D9}" type="presOf" srcId="{C7334AE5-4AC9-43C9-81BC-D784BA19686A}" destId="{3FAFB325-F2B5-4824-9247-B4CFE67C0EE0}" srcOrd="0" destOrd="0" presId="urn:microsoft.com/office/officeart/2016/7/layout/RepeatingBendingProcessNew"/>
    <dgm:cxn modelId="{2395E82D-69B4-4B68-9409-B6000DC2C253}" srcId="{2D3B790D-0666-484C-8B59-185831A518EB}" destId="{54DC4785-302E-4B25-9937-9FA65CA67B9F}" srcOrd="5" destOrd="0" parTransId="{13D4282C-9D37-4BBF-A12D-883683450BD0}" sibTransId="{F73D1423-43D3-4167-BCDA-B1FBE03C548B}"/>
    <dgm:cxn modelId="{F8FF232F-C1B4-41AD-86FF-B255DD86816A}" srcId="{2D3B790D-0666-484C-8B59-185831A518EB}" destId="{C219C7FB-34FF-4B29-9C61-C6C039C58DE2}" srcOrd="1" destOrd="0" parTransId="{390CBBC2-7503-441A-B911-82AFFD1205D1}" sibTransId="{6A84F39E-99CE-4673-A8EB-928DCC86BA78}"/>
    <dgm:cxn modelId="{4794A130-53D2-473E-AA10-64A6DDFCAB2E}" type="presOf" srcId="{44923B6B-188C-48A2-9628-B92B30854652}" destId="{41F62772-F275-4924-957D-C65C7690FAE5}" srcOrd="0" destOrd="0" presId="urn:microsoft.com/office/officeart/2016/7/layout/RepeatingBendingProcessNew"/>
    <dgm:cxn modelId="{7111613A-E0CC-4C33-80E8-7A988A01FF01}" type="presOf" srcId="{2D3B790D-0666-484C-8B59-185831A518EB}" destId="{6B77E328-4439-42A1-8BBE-32F535C708A3}" srcOrd="0" destOrd="0" presId="urn:microsoft.com/office/officeart/2016/7/layout/RepeatingBendingProcessNew"/>
    <dgm:cxn modelId="{A9719043-48F2-4CB0-BF1F-8F3B7E3ED966}" type="presOf" srcId="{C219C7FB-34FF-4B29-9C61-C6C039C58DE2}" destId="{C3AA31F2-CF5C-4117-889E-FA80BBD152A1}" srcOrd="0" destOrd="0" presId="urn:microsoft.com/office/officeart/2016/7/layout/RepeatingBendingProcessNew"/>
    <dgm:cxn modelId="{C4C0E848-18CC-4EB4-86AD-1A4858F490B2}" type="presOf" srcId="{C7334AE5-4AC9-43C9-81BC-D784BA19686A}" destId="{0EAE8915-62B5-4D7A-8A0A-6659A2671C3A}" srcOrd="1" destOrd="0" presId="urn:microsoft.com/office/officeart/2016/7/layout/RepeatingBendingProcessNew"/>
    <dgm:cxn modelId="{33CFBF6A-1BAA-401E-BC27-60F7F922F3D5}" type="presOf" srcId="{B997C6CE-3EE2-49B7-88ED-A69AC2008D36}" destId="{A8B3E4AF-78EF-4409-BEC6-ADD72926675A}" srcOrd="1" destOrd="0" presId="urn:microsoft.com/office/officeart/2016/7/layout/RepeatingBendingProcessNew"/>
    <dgm:cxn modelId="{2969974B-504D-40CC-B236-8185FAFE2C7F}" srcId="{2D3B790D-0666-484C-8B59-185831A518EB}" destId="{7DA99759-E9E2-4C7A-BC28-1571A4185587}" srcOrd="8" destOrd="0" parTransId="{4DE18F02-B73E-4D4A-B5C4-25B9867FB2BF}" sibTransId="{2FB7415C-B7C5-42FD-B78F-5D5600A74978}"/>
    <dgm:cxn modelId="{1A22D46B-44EF-46D8-93FB-DCD4C01FD0B6}" type="presOf" srcId="{2FB7415C-B7C5-42FD-B78F-5D5600A74978}" destId="{33F7F759-FC6C-4796-838F-8E27D5248903}" srcOrd="0" destOrd="0" presId="urn:microsoft.com/office/officeart/2016/7/layout/RepeatingBendingProcessNew"/>
    <dgm:cxn modelId="{E5CF104D-4425-4F1C-B6F1-E3F89B1DCC8C}" type="presOf" srcId="{F73D1423-43D3-4167-BCDA-B1FBE03C548B}" destId="{2C256330-9AD5-4368-AA95-FE68BF3A29AB}" srcOrd="0" destOrd="0" presId="urn:microsoft.com/office/officeart/2016/7/layout/RepeatingBendingProcessNew"/>
    <dgm:cxn modelId="{6174314E-B486-4AD0-828C-7C282D52E423}" type="presOf" srcId="{D72129E1-0CEB-4066-946A-887CA5F3763E}" destId="{506E2C99-93A5-464E-BCBA-9F0FBCFA87BB}" srcOrd="0" destOrd="0" presId="urn:microsoft.com/office/officeart/2016/7/layout/RepeatingBendingProcessNew"/>
    <dgm:cxn modelId="{D481874F-740F-44C6-B728-8FCFC9E8FFB7}" type="presOf" srcId="{2FB7415C-B7C5-42FD-B78F-5D5600A74978}" destId="{07A48BAC-6997-45EC-B3EF-7F1448DB68A6}" srcOrd="1" destOrd="0" presId="urn:microsoft.com/office/officeart/2016/7/layout/RepeatingBendingProcessNew"/>
    <dgm:cxn modelId="{473DB16F-8CD4-4F5D-8969-B78DC8783F5C}" srcId="{2D3B790D-0666-484C-8B59-185831A518EB}" destId="{44923B6B-188C-48A2-9628-B92B30854652}" srcOrd="9" destOrd="0" parTransId="{B37187AF-5A21-497F-81DE-9E7C25B76913}" sibTransId="{644A278D-66D4-4A92-B677-E6F47CFD1024}"/>
    <dgm:cxn modelId="{26112270-92B5-4836-BCA7-71D70B4ED4DD}" srcId="{2D3B790D-0666-484C-8B59-185831A518EB}" destId="{DFB9CDD9-4C69-4FC7-9C0B-6ECAB3650D2A}" srcOrd="6" destOrd="0" parTransId="{FF1DF2DB-71D2-47D5-90D2-752D1FFF9725}" sibTransId="{CC1FB043-141A-4595-B722-606EAC7E82ED}"/>
    <dgm:cxn modelId="{F59A4474-A6E3-4C82-A798-346DB9EC3240}" type="presOf" srcId="{65A86DB6-3F47-4943-B62B-7C8563DE6BC3}" destId="{8EDF6646-9978-4E76-992E-CB448F09A864}" srcOrd="1" destOrd="0" presId="urn:microsoft.com/office/officeart/2016/7/layout/RepeatingBendingProcessNew"/>
    <dgm:cxn modelId="{F687C355-5951-41AE-BCCB-6BD8C6172B86}" type="presOf" srcId="{F73D1423-43D3-4167-BCDA-B1FBE03C548B}" destId="{981F758E-84C8-4262-AF2A-5AA3E3CA25E7}" srcOrd="1" destOrd="0" presId="urn:microsoft.com/office/officeart/2016/7/layout/RepeatingBendingProcessNew"/>
    <dgm:cxn modelId="{C3AED058-AE6F-44F4-A1F2-C93B12C90BDD}" type="presOf" srcId="{3074FB07-5929-4271-A6AC-5791B04B6E82}" destId="{DB15475B-4952-43DA-984A-14FAC55FA55B}" srcOrd="0" destOrd="0" presId="urn:microsoft.com/office/officeart/2016/7/layout/RepeatingBendingProcessNew"/>
    <dgm:cxn modelId="{26E4765A-2F20-49B6-97C9-D2D5F72AE9D2}" type="presOf" srcId="{E0A559B6-13C6-4EDB-8CAC-37653106644B}" destId="{091F1207-957B-470F-A250-28A3D8BAC9FD}" srcOrd="0" destOrd="0" presId="urn:microsoft.com/office/officeart/2016/7/layout/RepeatingBendingProcessNew"/>
    <dgm:cxn modelId="{3392257E-A181-4022-B691-1A9A85438FB8}" type="presOf" srcId="{2C837DCF-3A0A-4030-8012-54D62C36219A}" destId="{CD7EAFF0-AE95-49A4-BA9D-E70892343683}" srcOrd="0" destOrd="0" presId="urn:microsoft.com/office/officeart/2016/7/layout/RepeatingBendingProcessNew"/>
    <dgm:cxn modelId="{989B8482-5C52-424B-A507-DA778A73EE26}" type="presOf" srcId="{3074FB07-5929-4271-A6AC-5791B04B6E82}" destId="{1579FF41-9DC3-4E25-B639-6C328E1FAEF0}" srcOrd="1" destOrd="0" presId="urn:microsoft.com/office/officeart/2016/7/layout/RepeatingBendingProcessNew"/>
    <dgm:cxn modelId="{7F5A2492-5AE2-465E-AF28-EAE53CDBAAC7}" type="presOf" srcId="{65A86DB6-3F47-4943-B62B-7C8563DE6BC3}" destId="{997720BC-4BFD-457D-880B-58865629B993}" srcOrd="0" destOrd="0" presId="urn:microsoft.com/office/officeart/2016/7/layout/RepeatingBendingProcessNew"/>
    <dgm:cxn modelId="{D6EC9F9B-1218-49DF-9270-C2F1B311854B}" type="presOf" srcId="{DFB9CDD9-4C69-4FC7-9C0B-6ECAB3650D2A}" destId="{A395B8A5-6B37-4550-A9B2-F24E3FC5BF9F}" srcOrd="0" destOrd="0" presId="urn:microsoft.com/office/officeart/2016/7/layout/RepeatingBendingProcessNew"/>
    <dgm:cxn modelId="{9056799D-DF26-4AD7-BD4C-E1EA805B0031}" srcId="{2D3B790D-0666-484C-8B59-185831A518EB}" destId="{76ACE912-751B-495D-8B5C-9D165F14900E}" srcOrd="3" destOrd="0" parTransId="{8C42ABFE-BD9E-45E8-A90A-89F18ADDC324}" sibTransId="{C7334AE5-4AC9-43C9-81BC-D784BA19686A}"/>
    <dgm:cxn modelId="{19857C9E-227F-4CD8-9525-A280A6BEF66B}" srcId="{2D3B790D-0666-484C-8B59-185831A518EB}" destId="{1C77B152-7A7E-45A9-B7B6-0DCFA08732CD}" srcOrd="0" destOrd="0" parTransId="{45301E17-FD15-4F15-88EF-98690F88BF97}" sibTransId="{65A86DB6-3F47-4943-B62B-7C8563DE6BC3}"/>
    <dgm:cxn modelId="{F0FAF9AD-C745-4329-83CC-C7A585DEF51F}" srcId="{2D3B790D-0666-484C-8B59-185831A518EB}" destId="{2C837DCF-3A0A-4030-8012-54D62C36219A}" srcOrd="4" destOrd="0" parTransId="{C1B74FA9-0AA9-4BAF-A2BD-5CE9AD0EB95F}" sibTransId="{1C5B356B-B207-4848-BD29-F2D6A777F261}"/>
    <dgm:cxn modelId="{4C309CB4-A661-488E-88D9-A55805630BAD}" type="presOf" srcId="{1C5B356B-B207-4848-BD29-F2D6A777F261}" destId="{C236D311-A7F1-4B77-9FB2-5CF4D8C614F2}" srcOrd="1" destOrd="0" presId="urn:microsoft.com/office/officeart/2016/7/layout/RepeatingBendingProcessNew"/>
    <dgm:cxn modelId="{A16CBAC0-A7FB-46CE-B0A1-4DB2B42179C2}" type="presOf" srcId="{76ACE912-751B-495D-8B5C-9D165F14900E}" destId="{F209EEC5-78F9-4C53-BCDD-B8466B1D60FD}" srcOrd="0" destOrd="0" presId="urn:microsoft.com/office/officeart/2016/7/layout/RepeatingBendingProcessNew"/>
    <dgm:cxn modelId="{DB898BC4-DC77-4AE3-8A49-830259EBF20B}" type="presOf" srcId="{B997C6CE-3EE2-49B7-88ED-A69AC2008D36}" destId="{8D1B32DC-1AFA-4257-97AA-3A217B42282B}" srcOrd="0" destOrd="0" presId="urn:microsoft.com/office/officeart/2016/7/layout/RepeatingBendingProcessNew"/>
    <dgm:cxn modelId="{9E8A4AC9-9A14-4BFA-99F8-7FC08EB7C0F0}" type="presOf" srcId="{1C5B356B-B207-4848-BD29-F2D6A777F261}" destId="{0E8CFF73-8A9E-42B3-A8AA-C70CEBB29185}" srcOrd="0" destOrd="0" presId="urn:microsoft.com/office/officeart/2016/7/layout/RepeatingBendingProcessNew"/>
    <dgm:cxn modelId="{F9E2F2CE-5960-4D96-BE79-4DF166C11A0E}" type="presOf" srcId="{CC1FB043-141A-4595-B722-606EAC7E82ED}" destId="{4D32410F-B4E6-488F-B8E7-87668574516F}" srcOrd="0" destOrd="0" presId="urn:microsoft.com/office/officeart/2016/7/layout/RepeatingBendingProcessNew"/>
    <dgm:cxn modelId="{0F95A9CF-9F58-416E-A83B-D7E36A229C8A}" type="presOf" srcId="{CC1FB043-141A-4595-B722-606EAC7E82ED}" destId="{A2CE1C6E-0903-472C-B2D9-AB04D76418EC}" srcOrd="1" destOrd="0" presId="urn:microsoft.com/office/officeart/2016/7/layout/RepeatingBendingProcessNew"/>
    <dgm:cxn modelId="{B0E0A4D7-4D58-4CF4-AA4E-02BA4A9978D1}" type="presOf" srcId="{1C77B152-7A7E-45A9-B7B6-0DCFA08732CD}" destId="{7C47375A-DACE-44B1-98A5-06EB148A418F}" srcOrd="0" destOrd="0" presId="urn:microsoft.com/office/officeart/2016/7/layout/RepeatingBendingProcessNew"/>
    <dgm:cxn modelId="{73415BF2-B423-43D7-9646-522FC9B2FED9}" type="presOf" srcId="{6A84F39E-99CE-4673-A8EB-928DCC86BA78}" destId="{A5288260-2F2C-476E-B66C-3E91613B9193}" srcOrd="1" destOrd="0" presId="urn:microsoft.com/office/officeart/2016/7/layout/RepeatingBendingProcessNew"/>
    <dgm:cxn modelId="{A97CC6F4-36BF-4CE7-82CC-B29DABF67EA3}" srcId="{2D3B790D-0666-484C-8B59-185831A518EB}" destId="{E0A559B6-13C6-4EDB-8CAC-37653106644B}" srcOrd="2" destOrd="0" parTransId="{84133E11-A4DE-4086-BA4F-2E521B070D3E}" sibTransId="{3074FB07-5929-4271-A6AC-5791B04B6E82}"/>
    <dgm:cxn modelId="{DC3739D7-AF63-4A83-9AD1-153D5C88B9E9}" type="presParOf" srcId="{6B77E328-4439-42A1-8BBE-32F535C708A3}" destId="{7C47375A-DACE-44B1-98A5-06EB148A418F}" srcOrd="0" destOrd="0" presId="urn:microsoft.com/office/officeart/2016/7/layout/RepeatingBendingProcessNew"/>
    <dgm:cxn modelId="{C9C30A46-C9FF-42EB-BEF5-94BD6244B1D0}" type="presParOf" srcId="{6B77E328-4439-42A1-8BBE-32F535C708A3}" destId="{997720BC-4BFD-457D-880B-58865629B993}" srcOrd="1" destOrd="0" presId="urn:microsoft.com/office/officeart/2016/7/layout/RepeatingBendingProcessNew"/>
    <dgm:cxn modelId="{ACC699EA-5FCA-43DC-833D-1312AEC540F8}" type="presParOf" srcId="{997720BC-4BFD-457D-880B-58865629B993}" destId="{8EDF6646-9978-4E76-992E-CB448F09A864}" srcOrd="0" destOrd="0" presId="urn:microsoft.com/office/officeart/2016/7/layout/RepeatingBendingProcessNew"/>
    <dgm:cxn modelId="{4FB27984-F1A3-4736-8AA1-5C4D89FF9B47}" type="presParOf" srcId="{6B77E328-4439-42A1-8BBE-32F535C708A3}" destId="{C3AA31F2-CF5C-4117-889E-FA80BBD152A1}" srcOrd="2" destOrd="0" presId="urn:microsoft.com/office/officeart/2016/7/layout/RepeatingBendingProcessNew"/>
    <dgm:cxn modelId="{B9739D36-2002-4EFE-9AE6-FE4EBF5183F2}" type="presParOf" srcId="{6B77E328-4439-42A1-8BBE-32F535C708A3}" destId="{C95E7FC6-3613-442E-8467-AC39EF353328}" srcOrd="3" destOrd="0" presId="urn:microsoft.com/office/officeart/2016/7/layout/RepeatingBendingProcessNew"/>
    <dgm:cxn modelId="{A6465E27-D1BC-499E-B320-1A5D8CD235BB}" type="presParOf" srcId="{C95E7FC6-3613-442E-8467-AC39EF353328}" destId="{A5288260-2F2C-476E-B66C-3E91613B9193}" srcOrd="0" destOrd="0" presId="urn:microsoft.com/office/officeart/2016/7/layout/RepeatingBendingProcessNew"/>
    <dgm:cxn modelId="{D34DE7C7-4E25-4B7E-8649-DD86F447ED83}" type="presParOf" srcId="{6B77E328-4439-42A1-8BBE-32F535C708A3}" destId="{091F1207-957B-470F-A250-28A3D8BAC9FD}" srcOrd="4" destOrd="0" presId="urn:microsoft.com/office/officeart/2016/7/layout/RepeatingBendingProcessNew"/>
    <dgm:cxn modelId="{CAD5589A-01B7-4BFF-B653-1577033E9602}" type="presParOf" srcId="{6B77E328-4439-42A1-8BBE-32F535C708A3}" destId="{DB15475B-4952-43DA-984A-14FAC55FA55B}" srcOrd="5" destOrd="0" presId="urn:microsoft.com/office/officeart/2016/7/layout/RepeatingBendingProcessNew"/>
    <dgm:cxn modelId="{C8B84EA4-2CFB-4CA0-AB67-48C958FEA515}" type="presParOf" srcId="{DB15475B-4952-43DA-984A-14FAC55FA55B}" destId="{1579FF41-9DC3-4E25-B639-6C328E1FAEF0}" srcOrd="0" destOrd="0" presId="urn:microsoft.com/office/officeart/2016/7/layout/RepeatingBendingProcessNew"/>
    <dgm:cxn modelId="{A2100A46-2BEB-4B4C-B318-C9EBA3CE90DF}" type="presParOf" srcId="{6B77E328-4439-42A1-8BBE-32F535C708A3}" destId="{F209EEC5-78F9-4C53-BCDD-B8466B1D60FD}" srcOrd="6" destOrd="0" presId="urn:microsoft.com/office/officeart/2016/7/layout/RepeatingBendingProcessNew"/>
    <dgm:cxn modelId="{4AFC0163-41D3-4115-9F43-6F35DE088883}" type="presParOf" srcId="{6B77E328-4439-42A1-8BBE-32F535C708A3}" destId="{3FAFB325-F2B5-4824-9247-B4CFE67C0EE0}" srcOrd="7" destOrd="0" presId="urn:microsoft.com/office/officeart/2016/7/layout/RepeatingBendingProcessNew"/>
    <dgm:cxn modelId="{ABA2CA81-0058-41A1-BA06-8B9E032758CC}" type="presParOf" srcId="{3FAFB325-F2B5-4824-9247-B4CFE67C0EE0}" destId="{0EAE8915-62B5-4D7A-8A0A-6659A2671C3A}" srcOrd="0" destOrd="0" presId="urn:microsoft.com/office/officeart/2016/7/layout/RepeatingBendingProcessNew"/>
    <dgm:cxn modelId="{262A8A21-963C-4086-9B7B-837209BD37DC}" type="presParOf" srcId="{6B77E328-4439-42A1-8BBE-32F535C708A3}" destId="{CD7EAFF0-AE95-49A4-BA9D-E70892343683}" srcOrd="8" destOrd="0" presId="urn:microsoft.com/office/officeart/2016/7/layout/RepeatingBendingProcessNew"/>
    <dgm:cxn modelId="{A4ACD71E-6F51-4A67-BD26-FA8C8035AE8E}" type="presParOf" srcId="{6B77E328-4439-42A1-8BBE-32F535C708A3}" destId="{0E8CFF73-8A9E-42B3-A8AA-C70CEBB29185}" srcOrd="9" destOrd="0" presId="urn:microsoft.com/office/officeart/2016/7/layout/RepeatingBendingProcessNew"/>
    <dgm:cxn modelId="{E5D53589-24DA-4CF4-A494-4569897D0C6A}" type="presParOf" srcId="{0E8CFF73-8A9E-42B3-A8AA-C70CEBB29185}" destId="{C236D311-A7F1-4B77-9FB2-5CF4D8C614F2}" srcOrd="0" destOrd="0" presId="urn:microsoft.com/office/officeart/2016/7/layout/RepeatingBendingProcessNew"/>
    <dgm:cxn modelId="{2CB5DF79-2CD1-4AB2-90BF-F1035E8CA98E}" type="presParOf" srcId="{6B77E328-4439-42A1-8BBE-32F535C708A3}" destId="{126C28EF-43D5-42C8-B9AA-1EA381B44206}" srcOrd="10" destOrd="0" presId="urn:microsoft.com/office/officeart/2016/7/layout/RepeatingBendingProcessNew"/>
    <dgm:cxn modelId="{58E09DE4-C1FD-4D0D-A0A2-69B63A0DCBEC}" type="presParOf" srcId="{6B77E328-4439-42A1-8BBE-32F535C708A3}" destId="{2C256330-9AD5-4368-AA95-FE68BF3A29AB}" srcOrd="11" destOrd="0" presId="urn:microsoft.com/office/officeart/2016/7/layout/RepeatingBendingProcessNew"/>
    <dgm:cxn modelId="{0A0D80E3-3D1D-4AB5-9EFC-F9329F42BE3B}" type="presParOf" srcId="{2C256330-9AD5-4368-AA95-FE68BF3A29AB}" destId="{981F758E-84C8-4262-AF2A-5AA3E3CA25E7}" srcOrd="0" destOrd="0" presId="urn:microsoft.com/office/officeart/2016/7/layout/RepeatingBendingProcessNew"/>
    <dgm:cxn modelId="{76B4B2B3-5256-4ED9-AEC1-276DC7AEF100}" type="presParOf" srcId="{6B77E328-4439-42A1-8BBE-32F535C708A3}" destId="{A395B8A5-6B37-4550-A9B2-F24E3FC5BF9F}" srcOrd="12" destOrd="0" presId="urn:microsoft.com/office/officeart/2016/7/layout/RepeatingBendingProcessNew"/>
    <dgm:cxn modelId="{98DFB4E1-24C2-4695-9670-63BAA704616E}" type="presParOf" srcId="{6B77E328-4439-42A1-8BBE-32F535C708A3}" destId="{4D32410F-B4E6-488F-B8E7-87668574516F}" srcOrd="13" destOrd="0" presId="urn:microsoft.com/office/officeart/2016/7/layout/RepeatingBendingProcessNew"/>
    <dgm:cxn modelId="{3FB37709-1992-4AE2-9B38-8806939F708F}" type="presParOf" srcId="{4D32410F-B4E6-488F-B8E7-87668574516F}" destId="{A2CE1C6E-0903-472C-B2D9-AB04D76418EC}" srcOrd="0" destOrd="0" presId="urn:microsoft.com/office/officeart/2016/7/layout/RepeatingBendingProcessNew"/>
    <dgm:cxn modelId="{BC0CF276-6905-4424-A15D-1C9A3F5298A4}" type="presParOf" srcId="{6B77E328-4439-42A1-8BBE-32F535C708A3}" destId="{506E2C99-93A5-464E-BCBA-9F0FBCFA87BB}" srcOrd="14" destOrd="0" presId="urn:microsoft.com/office/officeart/2016/7/layout/RepeatingBendingProcessNew"/>
    <dgm:cxn modelId="{31D82413-A738-4393-9A23-FE77AEEA56BC}" type="presParOf" srcId="{6B77E328-4439-42A1-8BBE-32F535C708A3}" destId="{8D1B32DC-1AFA-4257-97AA-3A217B42282B}" srcOrd="15" destOrd="0" presId="urn:microsoft.com/office/officeart/2016/7/layout/RepeatingBendingProcessNew"/>
    <dgm:cxn modelId="{BF85CCE3-2CC3-4712-812E-B4DCFE7DDCDE}" type="presParOf" srcId="{8D1B32DC-1AFA-4257-97AA-3A217B42282B}" destId="{A8B3E4AF-78EF-4409-BEC6-ADD72926675A}" srcOrd="0" destOrd="0" presId="urn:microsoft.com/office/officeart/2016/7/layout/RepeatingBendingProcessNew"/>
    <dgm:cxn modelId="{846CAA2B-6D7F-4653-8675-0A6DC9BCF0CF}" type="presParOf" srcId="{6B77E328-4439-42A1-8BBE-32F535C708A3}" destId="{9AE7B543-E1E8-432C-96FD-7A616DC1AAFF}" srcOrd="16" destOrd="0" presId="urn:microsoft.com/office/officeart/2016/7/layout/RepeatingBendingProcessNew"/>
    <dgm:cxn modelId="{B5750E59-0AB7-4788-9400-F13B8CBB25F1}" type="presParOf" srcId="{6B77E328-4439-42A1-8BBE-32F535C708A3}" destId="{33F7F759-FC6C-4796-838F-8E27D5248903}" srcOrd="17" destOrd="0" presId="urn:microsoft.com/office/officeart/2016/7/layout/RepeatingBendingProcessNew"/>
    <dgm:cxn modelId="{97B99985-EE9A-4FDC-919B-ECDC303C2368}" type="presParOf" srcId="{33F7F759-FC6C-4796-838F-8E27D5248903}" destId="{07A48BAC-6997-45EC-B3EF-7F1448DB68A6}" srcOrd="0" destOrd="0" presId="urn:microsoft.com/office/officeart/2016/7/layout/RepeatingBendingProcessNew"/>
    <dgm:cxn modelId="{F5058966-5516-4219-A033-69A6DF5D8AEE}" type="presParOf" srcId="{6B77E328-4439-42A1-8BBE-32F535C708A3}" destId="{41F62772-F275-4924-957D-C65C7690FAE5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7395BD-7D83-4D9B-B504-CDA8CEABEB34}" type="doc">
      <dgm:prSet loTypeId="urn:microsoft.com/office/officeart/2016/7/layout/RepeatingBendingProcessNew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7E0392-1754-4F9C-87F2-0D088162922F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b="1" noProof="0" dirty="0"/>
            <a:t>1. Formato de Nomeação</a:t>
          </a:r>
          <a:endParaRPr lang="pt-PT" sz="1300" noProof="0" dirty="0"/>
        </a:p>
      </dgm:t>
    </dgm:pt>
    <dgm:pt modelId="{06B45DEF-70D2-4932-994F-3AF39AF8970D}" type="parTrans" cxnId="{464D3886-23F1-494B-8583-0AB164D82BD1}">
      <dgm:prSet/>
      <dgm:spPr/>
      <dgm:t>
        <a:bodyPr/>
        <a:lstStyle/>
        <a:p>
          <a:endParaRPr lang="en-US"/>
        </a:p>
      </dgm:t>
    </dgm:pt>
    <dgm:pt modelId="{5E24C1A0-5C4D-4288-AA6C-3C333BDB5760}" type="sibTrans" cxnId="{464D3886-23F1-494B-8583-0AB164D82BD1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7189D12D-5F5A-4C48-BA21-840989F4D01D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b="1" noProof="0" dirty="0"/>
            <a:t>Padrão:</a:t>
          </a:r>
          <a:r>
            <a:rPr lang="pt-PT" sz="1300" noProof="0" dirty="0"/>
            <a:t> data_&lt;</a:t>
          </a:r>
          <a:r>
            <a:rPr lang="pt-PT" sz="1300" noProof="0" dirty="0" err="1"/>
            <a:t>portoTCP</a:t>
          </a:r>
          <a:r>
            <a:rPr lang="pt-PT" sz="1300" noProof="0" dirty="0"/>
            <a:t>&gt;_&lt;timestamp&gt;.</a:t>
          </a:r>
          <a:r>
            <a:rPr lang="pt-PT" sz="1300" noProof="0" dirty="0" err="1"/>
            <a:t>db</a:t>
          </a:r>
          <a:endParaRPr lang="pt-PT" sz="1300" noProof="0" dirty="0"/>
        </a:p>
      </dgm:t>
    </dgm:pt>
    <dgm:pt modelId="{84B11D22-9BE0-4D7F-8C28-B9608F9352A8}" type="parTrans" cxnId="{89D78B2D-0A43-4778-BA74-BB56E29B2064}">
      <dgm:prSet/>
      <dgm:spPr/>
      <dgm:t>
        <a:bodyPr/>
        <a:lstStyle/>
        <a:p>
          <a:endParaRPr lang="en-US"/>
        </a:p>
      </dgm:t>
    </dgm:pt>
    <dgm:pt modelId="{0D5FACFD-A928-46D7-A7A8-1F6DE0510569}" type="sibTrans" cxnId="{89D78B2D-0A43-4778-BA74-BB56E29B2064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22E12CD6-06F6-44EF-8537-7E231682C656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b="1" noProof="0" dirty="0"/>
            <a:t>Exemplo:</a:t>
          </a:r>
          <a:r>
            <a:rPr lang="pt-PT" sz="1300" noProof="0" dirty="0"/>
            <a:t> data_8080_170188293.db</a:t>
          </a:r>
        </a:p>
      </dgm:t>
    </dgm:pt>
    <dgm:pt modelId="{F9BDF602-9B0E-40BB-A5F8-9E0C2DAC77C9}" type="parTrans" cxnId="{56F7C65C-E09A-45F4-8EBF-80F222C0D471}">
      <dgm:prSet/>
      <dgm:spPr/>
      <dgm:t>
        <a:bodyPr/>
        <a:lstStyle/>
        <a:p>
          <a:endParaRPr lang="en-US"/>
        </a:p>
      </dgm:t>
    </dgm:pt>
    <dgm:pt modelId="{74392018-BF99-4C6C-A0EC-B9B37D76FA06}" type="sibTrans" cxnId="{56F7C65C-E09A-45F4-8EBF-80F222C0D471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44DE9257-E26D-453A-AD83-7AFA34CBA229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b="1" noProof="0" dirty="0"/>
            <a:t>Objetivo:</a:t>
          </a:r>
          <a:r>
            <a:rPr lang="pt-PT" sz="1300" noProof="0" dirty="0"/>
            <a:t> garantir unicidade e evitar colisão com ficheiros antigos.</a:t>
          </a:r>
        </a:p>
      </dgm:t>
    </dgm:pt>
    <dgm:pt modelId="{D0286787-7F00-4083-BD02-DFCEE3C6B254}" type="parTrans" cxnId="{592C0ACF-EEA7-4227-8C4B-3B53B05DB3FD}">
      <dgm:prSet/>
      <dgm:spPr/>
      <dgm:t>
        <a:bodyPr/>
        <a:lstStyle/>
        <a:p>
          <a:endParaRPr lang="en-US"/>
        </a:p>
      </dgm:t>
    </dgm:pt>
    <dgm:pt modelId="{E667E35A-F714-4EB4-B4AA-CDA0B4152567}" type="sibTrans" cxnId="{592C0ACF-EEA7-4227-8C4B-3B53B05DB3FD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437AAFF1-4C72-4A4F-92E6-F0EE483C01E6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b="1" noProof="0" dirty="0"/>
            <a:t>2. Estratégia de Criação</a:t>
          </a:r>
          <a:endParaRPr lang="pt-PT" sz="1300" noProof="0" dirty="0"/>
        </a:p>
      </dgm:t>
    </dgm:pt>
    <dgm:pt modelId="{D602C52C-6B0C-4EFA-86FE-01A1DA62B988}" type="parTrans" cxnId="{23F34E9D-F4F0-43B2-9DED-4BCD271D6842}">
      <dgm:prSet/>
      <dgm:spPr/>
      <dgm:t>
        <a:bodyPr/>
        <a:lstStyle/>
        <a:p>
          <a:endParaRPr lang="en-US"/>
        </a:p>
      </dgm:t>
    </dgm:pt>
    <dgm:pt modelId="{BFFBCADB-88B4-41C3-BA88-5BA63E8328D8}" type="sibTrans" cxnId="{23F34E9D-F4F0-43B2-9DED-4BCD271D6842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E5D1507E-89E3-4E8C-A0DB-2C0418AFA742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b="1" noProof="0" dirty="0"/>
            <a:t>Servidor Primário:</a:t>
          </a:r>
          <a:endParaRPr lang="pt-PT" sz="1300" noProof="0" dirty="0"/>
        </a:p>
      </dgm:t>
    </dgm:pt>
    <dgm:pt modelId="{57103176-7BE0-4ED9-9E55-1369DE8929A7}" type="parTrans" cxnId="{FAE2EF4B-516E-41FB-9BD2-55329C6C97B1}">
      <dgm:prSet/>
      <dgm:spPr/>
      <dgm:t>
        <a:bodyPr/>
        <a:lstStyle/>
        <a:p>
          <a:endParaRPr lang="en-US"/>
        </a:p>
      </dgm:t>
    </dgm:pt>
    <dgm:pt modelId="{6F806C33-1750-4977-81E7-66B0BECB4DEA}" type="sibTrans" cxnId="{FAE2EF4B-516E-41FB-9BD2-55329C6C97B1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33A1A653-EEBB-4B29-93D2-7EB6E4413C53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</a:pPr>
          <a:r>
            <a:rPr lang="pt-PT" sz="1300" noProof="0" dirty="0"/>
            <a:t>Se existir ficheiro, usa o mais recente.</a:t>
          </a:r>
        </a:p>
      </dgm:t>
    </dgm:pt>
    <dgm:pt modelId="{4312539A-F208-4DA0-A9FA-D412E4158EF1}" type="parTrans" cxnId="{A2309757-8ECA-444B-A3DD-711564E2973B}">
      <dgm:prSet/>
      <dgm:spPr/>
      <dgm:t>
        <a:bodyPr/>
        <a:lstStyle/>
        <a:p>
          <a:endParaRPr lang="en-US"/>
        </a:p>
      </dgm:t>
    </dgm:pt>
    <dgm:pt modelId="{841B4086-A467-49F5-843F-D3BA523FBF1A}" type="sibTrans" cxnId="{A2309757-8ECA-444B-A3DD-711564E2973B}">
      <dgm:prSet/>
      <dgm:spPr/>
      <dgm:t>
        <a:bodyPr/>
        <a:lstStyle/>
        <a:p>
          <a:endParaRPr lang="en-US"/>
        </a:p>
      </dgm:t>
    </dgm:pt>
    <dgm:pt modelId="{5D9DFDC5-C1E9-468D-B6C7-18D52922D674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</a:pPr>
          <a:r>
            <a:rPr lang="pt-PT" sz="1300" noProof="0" dirty="0"/>
            <a:t>Se não existir, cria novo ficheiro.</a:t>
          </a:r>
        </a:p>
      </dgm:t>
    </dgm:pt>
    <dgm:pt modelId="{267F2FCC-47AD-41AA-8A01-A265B846680D}" type="parTrans" cxnId="{BFE8E201-5AF4-427E-A09C-853F71982DC0}">
      <dgm:prSet/>
      <dgm:spPr/>
      <dgm:t>
        <a:bodyPr/>
        <a:lstStyle/>
        <a:p>
          <a:endParaRPr lang="en-US"/>
        </a:p>
      </dgm:t>
    </dgm:pt>
    <dgm:pt modelId="{FDDA89B9-8329-454E-9F3C-67B8EC2FDCAF}" type="sibTrans" cxnId="{BFE8E201-5AF4-427E-A09C-853F71982DC0}">
      <dgm:prSet/>
      <dgm:spPr/>
      <dgm:t>
        <a:bodyPr/>
        <a:lstStyle/>
        <a:p>
          <a:endParaRPr lang="en-US"/>
        </a:p>
      </dgm:t>
    </dgm:pt>
    <dgm:pt modelId="{95D08426-F249-4236-8476-B89E1395780B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200" b="1" noProof="0" dirty="0"/>
            <a:t>Servidor Secundário:</a:t>
          </a:r>
          <a:endParaRPr lang="pt-PT" sz="1200" noProof="0" dirty="0"/>
        </a:p>
      </dgm:t>
    </dgm:pt>
    <dgm:pt modelId="{331D383E-86D7-4880-B84F-CF3142357842}" type="parTrans" cxnId="{4EC7D960-ADA5-4E90-82B1-BDCC8DD3AEAC}">
      <dgm:prSet/>
      <dgm:spPr/>
      <dgm:t>
        <a:bodyPr/>
        <a:lstStyle/>
        <a:p>
          <a:endParaRPr lang="en-US"/>
        </a:p>
      </dgm:t>
    </dgm:pt>
    <dgm:pt modelId="{31FC8FD3-C0CE-4CD3-8ABB-476497E1041B}" type="sibTrans" cxnId="{4EC7D960-ADA5-4E90-82B1-BDCC8DD3AEAC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7ABAB4E9-6B36-4E02-BD15-6529FCF5A60E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</a:pPr>
          <a:r>
            <a:rPr lang="pt-PT" sz="1200" noProof="0" dirty="0"/>
            <a:t>Recebe a BD do Primário durante a sincronização.</a:t>
          </a:r>
        </a:p>
      </dgm:t>
    </dgm:pt>
    <dgm:pt modelId="{15EB73EC-7782-4687-A3CE-26D6DC791B9E}" type="parTrans" cxnId="{36380C13-F322-454B-8D06-6F74496AED96}">
      <dgm:prSet/>
      <dgm:spPr/>
      <dgm:t>
        <a:bodyPr/>
        <a:lstStyle/>
        <a:p>
          <a:endParaRPr lang="en-US"/>
        </a:p>
      </dgm:t>
    </dgm:pt>
    <dgm:pt modelId="{9866B975-0BB9-427A-942B-EAA84F976E7B}" type="sibTrans" cxnId="{36380C13-F322-454B-8D06-6F74496AED96}">
      <dgm:prSet/>
      <dgm:spPr/>
      <dgm:t>
        <a:bodyPr/>
        <a:lstStyle/>
        <a:p>
          <a:endParaRPr lang="en-US"/>
        </a:p>
      </dgm:t>
    </dgm:pt>
    <dgm:pt modelId="{D0E3546F-77EA-41E5-9EB5-15A698E01A5D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FF7A00"/>
            </a:buClr>
          </a:pPr>
          <a:r>
            <a:rPr lang="pt-PT" sz="1200" noProof="0" dirty="0"/>
            <a:t>Cria um ficheiro novo com timestamp único.</a:t>
          </a:r>
        </a:p>
      </dgm:t>
    </dgm:pt>
    <dgm:pt modelId="{008CEE42-C6E9-4CCC-812F-8140997083A8}" type="parTrans" cxnId="{8FE350DF-C81F-4A40-9750-C185ABE3CA0B}">
      <dgm:prSet/>
      <dgm:spPr/>
      <dgm:t>
        <a:bodyPr/>
        <a:lstStyle/>
        <a:p>
          <a:endParaRPr lang="en-US"/>
        </a:p>
      </dgm:t>
    </dgm:pt>
    <dgm:pt modelId="{0F6CD1FC-6DDF-4158-A111-163B0A2F57B9}" type="sibTrans" cxnId="{8FE350DF-C81F-4A40-9750-C185ABE3CA0B}">
      <dgm:prSet/>
      <dgm:spPr/>
      <dgm:t>
        <a:bodyPr/>
        <a:lstStyle/>
        <a:p>
          <a:endParaRPr lang="en-US"/>
        </a:p>
      </dgm:t>
    </dgm:pt>
    <dgm:pt modelId="{8B0383AB-A2FD-4792-9F8D-5CC95C82A7D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b="1" noProof="0" dirty="0"/>
            <a:t>3. Controlo de Versões</a:t>
          </a:r>
          <a:endParaRPr lang="pt-PT" sz="1300" noProof="0" dirty="0"/>
        </a:p>
      </dgm:t>
    </dgm:pt>
    <dgm:pt modelId="{A8ABA847-788B-4ADF-A773-3CE18AA3E7A0}" type="parTrans" cxnId="{939F8BCA-88C2-4DF4-9BC8-29023C50B7CB}">
      <dgm:prSet/>
      <dgm:spPr/>
      <dgm:t>
        <a:bodyPr/>
        <a:lstStyle/>
        <a:p>
          <a:endParaRPr lang="en-US"/>
        </a:p>
      </dgm:t>
    </dgm:pt>
    <dgm:pt modelId="{3A7AA36C-F326-4EAF-9FD8-5839F6510C1D}" type="sibTrans" cxnId="{939F8BCA-88C2-4DF4-9BC8-29023C50B7CB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F5F3B444-4EEB-41A2-987A-F3C0CF8457F6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noProof="0" dirty="0"/>
            <a:t>A </a:t>
          </a:r>
          <a:r>
            <a:rPr lang="pt-PT" sz="1300" b="1" noProof="0" dirty="0"/>
            <a:t>versão não aparece no nome do ficheiro</a:t>
          </a:r>
          <a:r>
            <a:rPr lang="pt-PT" sz="1300" noProof="0" dirty="0"/>
            <a:t>.</a:t>
          </a:r>
        </a:p>
      </dgm:t>
    </dgm:pt>
    <dgm:pt modelId="{110E2482-D66B-4A50-831D-3086D7CD92D8}" type="parTrans" cxnId="{8D1C93C0-7A50-4E9D-B54D-35ED39AB8D1C}">
      <dgm:prSet/>
      <dgm:spPr/>
      <dgm:t>
        <a:bodyPr/>
        <a:lstStyle/>
        <a:p>
          <a:endParaRPr lang="en-US"/>
        </a:p>
      </dgm:t>
    </dgm:pt>
    <dgm:pt modelId="{3C9333A0-2299-4E0A-899A-763F713930D4}" type="sibTrans" cxnId="{8D1C93C0-7A50-4E9D-B54D-35ED39AB8D1C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2BBEBF20-DF5F-48BB-B8D4-CD189DD9709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noProof="0" dirty="0"/>
            <a:t>A versão é guardada internamente na tabela </a:t>
          </a:r>
          <a:r>
            <a:rPr lang="pt-PT" sz="1300" b="1" noProof="0" dirty="0"/>
            <a:t>config</a:t>
          </a:r>
          <a:r>
            <a:rPr lang="pt-PT" sz="1300" noProof="0" dirty="0"/>
            <a:t>.</a:t>
          </a:r>
        </a:p>
      </dgm:t>
    </dgm:pt>
    <dgm:pt modelId="{0E688A63-5136-4EA5-AB9C-04B244CB9D7D}" type="parTrans" cxnId="{8F1D71E9-EE7C-42D5-83F7-3C01908AF432}">
      <dgm:prSet/>
      <dgm:spPr/>
      <dgm:t>
        <a:bodyPr/>
        <a:lstStyle/>
        <a:p>
          <a:endParaRPr lang="en-US"/>
        </a:p>
      </dgm:t>
    </dgm:pt>
    <dgm:pt modelId="{D3D58CD1-849A-4C28-88E7-B13DE675527F}" type="sibTrans" cxnId="{8F1D71E9-EE7C-42D5-83F7-3C01908AF432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42823140-A2DB-4588-A56C-9DDC3668F11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noProof="0" dirty="0"/>
            <a:t>É incrementada a cada escrita e enviada nos heartbeats.</a:t>
          </a:r>
        </a:p>
      </dgm:t>
    </dgm:pt>
    <dgm:pt modelId="{B704D31B-5412-4ECF-89FD-157460F81BC3}" type="parTrans" cxnId="{5A646922-C273-4F21-87C5-1521057B4256}">
      <dgm:prSet/>
      <dgm:spPr/>
      <dgm:t>
        <a:bodyPr/>
        <a:lstStyle/>
        <a:p>
          <a:endParaRPr lang="en-US"/>
        </a:p>
      </dgm:t>
    </dgm:pt>
    <dgm:pt modelId="{26976EC5-C477-4231-AE64-D4E2B88A14F1}" type="sibTrans" cxnId="{5A646922-C273-4F21-87C5-1521057B4256}">
      <dgm:prSet custT="1">
        <dgm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PT" sz="1300" noProof="0" dirty="0"/>
        </a:p>
      </dgm:t>
    </dgm:pt>
    <dgm:pt modelId="{24BD4692-2829-407C-BC8F-96743BBE915E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PT" sz="1300" noProof="0" dirty="0"/>
            <a:t>Permite detetar divergências e acionar sincronização.</a:t>
          </a:r>
        </a:p>
      </dgm:t>
    </dgm:pt>
    <dgm:pt modelId="{CDCD2D07-6C69-497C-BB86-1E74DDAC9C91}" type="parTrans" cxnId="{7C172B91-4922-4161-A521-52EC3600C41E}">
      <dgm:prSet/>
      <dgm:spPr/>
      <dgm:t>
        <a:bodyPr/>
        <a:lstStyle/>
        <a:p>
          <a:endParaRPr lang="en-US"/>
        </a:p>
      </dgm:t>
    </dgm:pt>
    <dgm:pt modelId="{FDB2D3FC-10DB-4C78-951D-247CEA6BCBAC}" type="sibTrans" cxnId="{7C172B91-4922-4161-A521-52EC3600C41E}">
      <dgm:prSet/>
      <dgm:spPr/>
      <dgm:t>
        <a:bodyPr/>
        <a:lstStyle/>
        <a:p>
          <a:endParaRPr lang="en-US"/>
        </a:p>
      </dgm:t>
    </dgm:pt>
    <dgm:pt modelId="{47F0016A-79F8-4246-B7F8-78107D74E9B1}" type="pres">
      <dgm:prSet presAssocID="{F97395BD-7D83-4D9B-B504-CDA8CEABEB34}" presName="Name0" presStyleCnt="0">
        <dgm:presLayoutVars>
          <dgm:dir/>
          <dgm:resizeHandles val="exact"/>
        </dgm:presLayoutVars>
      </dgm:prSet>
      <dgm:spPr/>
    </dgm:pt>
    <dgm:pt modelId="{351434FA-3CB7-4D18-A4AA-17F75B3F313F}" type="pres">
      <dgm:prSet presAssocID="{387E0392-1754-4F9C-87F2-0D088162922F}" presName="node" presStyleLbl="node1" presStyleIdx="0" presStyleCnt="12">
        <dgm:presLayoutVars>
          <dgm:bulletEnabled val="1"/>
        </dgm:presLayoutVars>
      </dgm:prSet>
      <dgm:spPr/>
    </dgm:pt>
    <dgm:pt modelId="{ACEC59E6-1DC1-4DBF-BD6A-5B3E3B55080E}" type="pres">
      <dgm:prSet presAssocID="{5E24C1A0-5C4D-4288-AA6C-3C333BDB5760}" presName="sibTrans" presStyleLbl="sibTrans1D1" presStyleIdx="0" presStyleCnt="11"/>
      <dgm:spPr/>
    </dgm:pt>
    <dgm:pt modelId="{758E5AAD-D02F-42F4-B4A1-ECC0EAF21C1C}" type="pres">
      <dgm:prSet presAssocID="{5E24C1A0-5C4D-4288-AA6C-3C333BDB5760}" presName="connectorText" presStyleLbl="sibTrans1D1" presStyleIdx="0" presStyleCnt="11"/>
      <dgm:spPr/>
    </dgm:pt>
    <dgm:pt modelId="{23A7C431-D44D-4877-B0C6-FA93DFF7E4E9}" type="pres">
      <dgm:prSet presAssocID="{7189D12D-5F5A-4C48-BA21-840989F4D01D}" presName="node" presStyleLbl="node1" presStyleIdx="1" presStyleCnt="12">
        <dgm:presLayoutVars>
          <dgm:bulletEnabled val="1"/>
        </dgm:presLayoutVars>
      </dgm:prSet>
      <dgm:spPr/>
    </dgm:pt>
    <dgm:pt modelId="{5CA8639E-0273-4ACF-93CC-EAED5A0E0A15}" type="pres">
      <dgm:prSet presAssocID="{0D5FACFD-A928-46D7-A7A8-1F6DE0510569}" presName="sibTrans" presStyleLbl="sibTrans1D1" presStyleIdx="1" presStyleCnt="11"/>
      <dgm:spPr/>
    </dgm:pt>
    <dgm:pt modelId="{236F1965-2685-4C87-9098-53B7540F09E7}" type="pres">
      <dgm:prSet presAssocID="{0D5FACFD-A928-46D7-A7A8-1F6DE0510569}" presName="connectorText" presStyleLbl="sibTrans1D1" presStyleIdx="1" presStyleCnt="11"/>
      <dgm:spPr/>
    </dgm:pt>
    <dgm:pt modelId="{869C135A-7A1F-40F9-A223-D3CECCF3EC10}" type="pres">
      <dgm:prSet presAssocID="{22E12CD6-06F6-44EF-8537-7E231682C656}" presName="node" presStyleLbl="node1" presStyleIdx="2" presStyleCnt="12">
        <dgm:presLayoutVars>
          <dgm:bulletEnabled val="1"/>
        </dgm:presLayoutVars>
      </dgm:prSet>
      <dgm:spPr/>
    </dgm:pt>
    <dgm:pt modelId="{8B63D220-9095-41CF-A571-0613601DE9A4}" type="pres">
      <dgm:prSet presAssocID="{74392018-BF99-4C6C-A0EC-B9B37D76FA06}" presName="sibTrans" presStyleLbl="sibTrans1D1" presStyleIdx="2" presStyleCnt="11"/>
      <dgm:spPr/>
    </dgm:pt>
    <dgm:pt modelId="{D9D21751-F050-491F-9081-C315F94A74C7}" type="pres">
      <dgm:prSet presAssocID="{74392018-BF99-4C6C-A0EC-B9B37D76FA06}" presName="connectorText" presStyleLbl="sibTrans1D1" presStyleIdx="2" presStyleCnt="11"/>
      <dgm:spPr/>
    </dgm:pt>
    <dgm:pt modelId="{ACE8FD03-8E8A-473B-A331-25A4F447EB7D}" type="pres">
      <dgm:prSet presAssocID="{44DE9257-E26D-453A-AD83-7AFA34CBA229}" presName="node" presStyleLbl="node1" presStyleIdx="3" presStyleCnt="12">
        <dgm:presLayoutVars>
          <dgm:bulletEnabled val="1"/>
        </dgm:presLayoutVars>
      </dgm:prSet>
      <dgm:spPr/>
    </dgm:pt>
    <dgm:pt modelId="{E0B2AC40-53E4-408B-8C44-FBEA2C064A54}" type="pres">
      <dgm:prSet presAssocID="{E667E35A-F714-4EB4-B4AA-CDA0B4152567}" presName="sibTrans" presStyleLbl="sibTrans1D1" presStyleIdx="3" presStyleCnt="11"/>
      <dgm:spPr/>
    </dgm:pt>
    <dgm:pt modelId="{74648CEF-715B-4076-A4C6-A0F1979C7D0E}" type="pres">
      <dgm:prSet presAssocID="{E667E35A-F714-4EB4-B4AA-CDA0B4152567}" presName="connectorText" presStyleLbl="sibTrans1D1" presStyleIdx="3" presStyleCnt="11"/>
      <dgm:spPr/>
    </dgm:pt>
    <dgm:pt modelId="{A2B14978-7445-413C-8A36-E8FE5D969AFC}" type="pres">
      <dgm:prSet presAssocID="{437AAFF1-4C72-4A4F-92E6-F0EE483C01E6}" presName="node" presStyleLbl="node1" presStyleIdx="4" presStyleCnt="12">
        <dgm:presLayoutVars>
          <dgm:bulletEnabled val="1"/>
        </dgm:presLayoutVars>
      </dgm:prSet>
      <dgm:spPr/>
    </dgm:pt>
    <dgm:pt modelId="{A7C26287-3701-4985-BE43-7791D27F3709}" type="pres">
      <dgm:prSet presAssocID="{BFFBCADB-88B4-41C3-BA88-5BA63E8328D8}" presName="sibTrans" presStyleLbl="sibTrans1D1" presStyleIdx="4" presStyleCnt="11"/>
      <dgm:spPr/>
    </dgm:pt>
    <dgm:pt modelId="{BCA0F373-B74A-4E21-8639-0A22BFD61636}" type="pres">
      <dgm:prSet presAssocID="{BFFBCADB-88B4-41C3-BA88-5BA63E8328D8}" presName="connectorText" presStyleLbl="sibTrans1D1" presStyleIdx="4" presStyleCnt="11"/>
      <dgm:spPr/>
    </dgm:pt>
    <dgm:pt modelId="{E571DB7A-2C8E-41E2-81EB-3FE1767ABF22}" type="pres">
      <dgm:prSet presAssocID="{E5D1507E-89E3-4E8C-A0DB-2C0418AFA742}" presName="node" presStyleLbl="node1" presStyleIdx="5" presStyleCnt="12">
        <dgm:presLayoutVars>
          <dgm:bulletEnabled val="1"/>
        </dgm:presLayoutVars>
      </dgm:prSet>
      <dgm:spPr/>
    </dgm:pt>
    <dgm:pt modelId="{B6FD5EA3-0DD4-4F5A-97E7-B3F0D4AD609B}" type="pres">
      <dgm:prSet presAssocID="{6F806C33-1750-4977-81E7-66B0BECB4DEA}" presName="sibTrans" presStyleLbl="sibTrans1D1" presStyleIdx="5" presStyleCnt="11"/>
      <dgm:spPr/>
    </dgm:pt>
    <dgm:pt modelId="{5058664F-E118-428E-82A5-8F57F07EAF44}" type="pres">
      <dgm:prSet presAssocID="{6F806C33-1750-4977-81E7-66B0BECB4DEA}" presName="connectorText" presStyleLbl="sibTrans1D1" presStyleIdx="5" presStyleCnt="11"/>
      <dgm:spPr/>
    </dgm:pt>
    <dgm:pt modelId="{41A71C11-1EBA-4086-B853-BCFB2FCA4875}" type="pres">
      <dgm:prSet presAssocID="{95D08426-F249-4236-8476-B89E1395780B}" presName="node" presStyleLbl="node1" presStyleIdx="6" presStyleCnt="12">
        <dgm:presLayoutVars>
          <dgm:bulletEnabled val="1"/>
        </dgm:presLayoutVars>
      </dgm:prSet>
      <dgm:spPr/>
    </dgm:pt>
    <dgm:pt modelId="{2702A41C-1652-4417-A120-4C7DA0EEAE7D}" type="pres">
      <dgm:prSet presAssocID="{31FC8FD3-C0CE-4CD3-8ABB-476497E1041B}" presName="sibTrans" presStyleLbl="sibTrans1D1" presStyleIdx="6" presStyleCnt="11"/>
      <dgm:spPr/>
    </dgm:pt>
    <dgm:pt modelId="{B86F0868-3F9C-414B-A826-6DE1CF994A5B}" type="pres">
      <dgm:prSet presAssocID="{31FC8FD3-C0CE-4CD3-8ABB-476497E1041B}" presName="connectorText" presStyleLbl="sibTrans1D1" presStyleIdx="6" presStyleCnt="11"/>
      <dgm:spPr/>
    </dgm:pt>
    <dgm:pt modelId="{48F6581F-D3B5-4DC9-B7C0-A9FEF0097AAE}" type="pres">
      <dgm:prSet presAssocID="{8B0383AB-A2FD-4792-9F8D-5CC95C82A7D8}" presName="node" presStyleLbl="node1" presStyleIdx="7" presStyleCnt="12">
        <dgm:presLayoutVars>
          <dgm:bulletEnabled val="1"/>
        </dgm:presLayoutVars>
      </dgm:prSet>
      <dgm:spPr/>
    </dgm:pt>
    <dgm:pt modelId="{2BE2A5D1-5F0D-41E2-9F7F-D5EC10F00C7D}" type="pres">
      <dgm:prSet presAssocID="{3A7AA36C-F326-4EAF-9FD8-5839F6510C1D}" presName="sibTrans" presStyleLbl="sibTrans1D1" presStyleIdx="7" presStyleCnt="11"/>
      <dgm:spPr/>
    </dgm:pt>
    <dgm:pt modelId="{54034DDF-76AB-40D9-96BC-7CF6ECE9A27D}" type="pres">
      <dgm:prSet presAssocID="{3A7AA36C-F326-4EAF-9FD8-5839F6510C1D}" presName="connectorText" presStyleLbl="sibTrans1D1" presStyleIdx="7" presStyleCnt="11"/>
      <dgm:spPr/>
    </dgm:pt>
    <dgm:pt modelId="{68B28B33-7C89-4576-9E95-F16622C2519F}" type="pres">
      <dgm:prSet presAssocID="{F5F3B444-4EEB-41A2-987A-F3C0CF8457F6}" presName="node" presStyleLbl="node1" presStyleIdx="8" presStyleCnt="12">
        <dgm:presLayoutVars>
          <dgm:bulletEnabled val="1"/>
        </dgm:presLayoutVars>
      </dgm:prSet>
      <dgm:spPr/>
    </dgm:pt>
    <dgm:pt modelId="{597D6ADF-A54A-44D4-B941-31D6A6A380C9}" type="pres">
      <dgm:prSet presAssocID="{3C9333A0-2299-4E0A-899A-763F713930D4}" presName="sibTrans" presStyleLbl="sibTrans1D1" presStyleIdx="8" presStyleCnt="11"/>
      <dgm:spPr/>
    </dgm:pt>
    <dgm:pt modelId="{4D1BD8A0-51EC-47A6-8AA9-112F2D2A4A08}" type="pres">
      <dgm:prSet presAssocID="{3C9333A0-2299-4E0A-899A-763F713930D4}" presName="connectorText" presStyleLbl="sibTrans1D1" presStyleIdx="8" presStyleCnt="11"/>
      <dgm:spPr/>
    </dgm:pt>
    <dgm:pt modelId="{1BD7B12B-AB10-40F4-9F4E-A1209D7B9F3A}" type="pres">
      <dgm:prSet presAssocID="{2BBEBF20-DF5F-48BB-B8D4-CD189DD97098}" presName="node" presStyleLbl="node1" presStyleIdx="9" presStyleCnt="12">
        <dgm:presLayoutVars>
          <dgm:bulletEnabled val="1"/>
        </dgm:presLayoutVars>
      </dgm:prSet>
      <dgm:spPr/>
    </dgm:pt>
    <dgm:pt modelId="{CACBF9CC-EC3C-4E28-ABB1-48DDF6A775FF}" type="pres">
      <dgm:prSet presAssocID="{D3D58CD1-849A-4C28-88E7-B13DE675527F}" presName="sibTrans" presStyleLbl="sibTrans1D1" presStyleIdx="9" presStyleCnt="11"/>
      <dgm:spPr/>
    </dgm:pt>
    <dgm:pt modelId="{DCFB66B5-EAED-48BF-9711-7EEA22EED471}" type="pres">
      <dgm:prSet presAssocID="{D3D58CD1-849A-4C28-88E7-B13DE675527F}" presName="connectorText" presStyleLbl="sibTrans1D1" presStyleIdx="9" presStyleCnt="11"/>
      <dgm:spPr/>
    </dgm:pt>
    <dgm:pt modelId="{8AB7EAAA-FA59-4A18-AAF5-6B64B92A1443}" type="pres">
      <dgm:prSet presAssocID="{42823140-A2DB-4588-A56C-9DDC3668F118}" presName="node" presStyleLbl="node1" presStyleIdx="10" presStyleCnt="12">
        <dgm:presLayoutVars>
          <dgm:bulletEnabled val="1"/>
        </dgm:presLayoutVars>
      </dgm:prSet>
      <dgm:spPr/>
    </dgm:pt>
    <dgm:pt modelId="{B417C93E-3DF2-4C86-95F0-27B392A490DC}" type="pres">
      <dgm:prSet presAssocID="{26976EC5-C477-4231-AE64-D4E2B88A14F1}" presName="sibTrans" presStyleLbl="sibTrans1D1" presStyleIdx="10" presStyleCnt="11"/>
      <dgm:spPr/>
    </dgm:pt>
    <dgm:pt modelId="{74F61393-D1AF-4CF3-A06B-BFA9032B02CB}" type="pres">
      <dgm:prSet presAssocID="{26976EC5-C477-4231-AE64-D4E2B88A14F1}" presName="connectorText" presStyleLbl="sibTrans1D1" presStyleIdx="10" presStyleCnt="11"/>
      <dgm:spPr/>
    </dgm:pt>
    <dgm:pt modelId="{C2F57C85-D0D1-461D-9D63-FCB088793098}" type="pres">
      <dgm:prSet presAssocID="{24BD4692-2829-407C-BC8F-96743BBE915E}" presName="node" presStyleLbl="node1" presStyleIdx="11" presStyleCnt="12">
        <dgm:presLayoutVars>
          <dgm:bulletEnabled val="1"/>
        </dgm:presLayoutVars>
      </dgm:prSet>
      <dgm:spPr/>
    </dgm:pt>
  </dgm:ptLst>
  <dgm:cxnLst>
    <dgm:cxn modelId="{BFE8E201-5AF4-427E-A09C-853F71982DC0}" srcId="{E5D1507E-89E3-4E8C-A0DB-2C0418AFA742}" destId="{5D9DFDC5-C1E9-468D-B6C7-18D52922D674}" srcOrd="1" destOrd="0" parTransId="{267F2FCC-47AD-41AA-8A01-A265B846680D}" sibTransId="{FDDA89B9-8329-454E-9F3C-67B8EC2FDCAF}"/>
    <dgm:cxn modelId="{1689DD03-D10D-4FAF-9998-F6206F4E7CE5}" type="presOf" srcId="{31FC8FD3-C0CE-4CD3-8ABB-476497E1041B}" destId="{B86F0868-3F9C-414B-A826-6DE1CF994A5B}" srcOrd="1" destOrd="0" presId="urn:microsoft.com/office/officeart/2016/7/layout/RepeatingBendingProcessNew"/>
    <dgm:cxn modelId="{63AD0607-02DA-46CF-A5A9-6CD6A0E20467}" type="presOf" srcId="{0D5FACFD-A928-46D7-A7A8-1F6DE0510569}" destId="{236F1965-2685-4C87-9098-53B7540F09E7}" srcOrd="1" destOrd="0" presId="urn:microsoft.com/office/officeart/2016/7/layout/RepeatingBendingProcessNew"/>
    <dgm:cxn modelId="{78F40D0A-D5F3-43A3-8218-F6FA1A7A6A32}" type="presOf" srcId="{3A7AA36C-F326-4EAF-9FD8-5839F6510C1D}" destId="{2BE2A5D1-5F0D-41E2-9F7F-D5EC10F00C7D}" srcOrd="0" destOrd="0" presId="urn:microsoft.com/office/officeart/2016/7/layout/RepeatingBendingProcessNew"/>
    <dgm:cxn modelId="{36380C13-F322-454B-8D06-6F74496AED96}" srcId="{95D08426-F249-4236-8476-B89E1395780B}" destId="{7ABAB4E9-6B36-4E02-BD15-6529FCF5A60E}" srcOrd="0" destOrd="0" parTransId="{15EB73EC-7782-4687-A3CE-26D6DC791B9E}" sibTransId="{9866B975-0BB9-427A-942B-EAA84F976E7B}"/>
    <dgm:cxn modelId="{A36CE214-BE55-4172-AB05-3FAA41FEA0C3}" type="presOf" srcId="{F97395BD-7D83-4D9B-B504-CDA8CEABEB34}" destId="{47F0016A-79F8-4246-B7F8-78107D74E9B1}" srcOrd="0" destOrd="0" presId="urn:microsoft.com/office/officeart/2016/7/layout/RepeatingBendingProcessNew"/>
    <dgm:cxn modelId="{DCD67B19-2F4A-4F73-8CB0-DE67207232C7}" type="presOf" srcId="{22E12CD6-06F6-44EF-8537-7E231682C656}" destId="{869C135A-7A1F-40F9-A223-D3CECCF3EC10}" srcOrd="0" destOrd="0" presId="urn:microsoft.com/office/officeart/2016/7/layout/RepeatingBendingProcessNew"/>
    <dgm:cxn modelId="{66E18B1C-4A6E-451B-ACBD-C73BA26FC9EF}" type="presOf" srcId="{D3D58CD1-849A-4C28-88E7-B13DE675527F}" destId="{DCFB66B5-EAED-48BF-9711-7EEA22EED471}" srcOrd="1" destOrd="0" presId="urn:microsoft.com/office/officeart/2016/7/layout/RepeatingBendingProcessNew"/>
    <dgm:cxn modelId="{5A646922-C273-4F21-87C5-1521057B4256}" srcId="{F97395BD-7D83-4D9B-B504-CDA8CEABEB34}" destId="{42823140-A2DB-4588-A56C-9DDC3668F118}" srcOrd="10" destOrd="0" parTransId="{B704D31B-5412-4ECF-89FD-157460F81BC3}" sibTransId="{26976EC5-C477-4231-AE64-D4E2B88A14F1}"/>
    <dgm:cxn modelId="{6ED19E27-53A5-472C-B6FA-83B09C354395}" type="presOf" srcId="{95D08426-F249-4236-8476-B89E1395780B}" destId="{41A71C11-1EBA-4086-B853-BCFB2FCA4875}" srcOrd="0" destOrd="0" presId="urn:microsoft.com/office/officeart/2016/7/layout/RepeatingBendingProcessNew"/>
    <dgm:cxn modelId="{93BDB82B-48CC-4F20-BE07-CC6FF7B44A84}" type="presOf" srcId="{BFFBCADB-88B4-41C3-BA88-5BA63E8328D8}" destId="{A7C26287-3701-4985-BE43-7791D27F3709}" srcOrd="0" destOrd="0" presId="urn:microsoft.com/office/officeart/2016/7/layout/RepeatingBendingProcessNew"/>
    <dgm:cxn modelId="{89D78B2D-0A43-4778-BA74-BB56E29B2064}" srcId="{F97395BD-7D83-4D9B-B504-CDA8CEABEB34}" destId="{7189D12D-5F5A-4C48-BA21-840989F4D01D}" srcOrd="1" destOrd="0" parTransId="{84B11D22-9BE0-4D7F-8C28-B9608F9352A8}" sibTransId="{0D5FACFD-A928-46D7-A7A8-1F6DE0510569}"/>
    <dgm:cxn modelId="{A17F6E2E-8571-497D-B6A5-8738F5C1ADA9}" type="presOf" srcId="{26976EC5-C477-4231-AE64-D4E2B88A14F1}" destId="{74F61393-D1AF-4CF3-A06B-BFA9032B02CB}" srcOrd="1" destOrd="0" presId="urn:microsoft.com/office/officeart/2016/7/layout/RepeatingBendingProcessNew"/>
    <dgm:cxn modelId="{9F4A6C36-8C71-4525-8B7A-8F0514C333E8}" type="presOf" srcId="{E5D1507E-89E3-4E8C-A0DB-2C0418AFA742}" destId="{E571DB7A-2C8E-41E2-81EB-3FE1767ABF22}" srcOrd="0" destOrd="0" presId="urn:microsoft.com/office/officeart/2016/7/layout/RepeatingBendingProcessNew"/>
    <dgm:cxn modelId="{33B4113E-BA53-442A-A606-EE30435D3D2D}" type="presOf" srcId="{7ABAB4E9-6B36-4E02-BD15-6529FCF5A60E}" destId="{41A71C11-1EBA-4086-B853-BCFB2FCA4875}" srcOrd="0" destOrd="1" presId="urn:microsoft.com/office/officeart/2016/7/layout/RepeatingBendingProcessNew"/>
    <dgm:cxn modelId="{56F7C65C-E09A-45F4-8EBF-80F222C0D471}" srcId="{F97395BD-7D83-4D9B-B504-CDA8CEABEB34}" destId="{22E12CD6-06F6-44EF-8537-7E231682C656}" srcOrd="2" destOrd="0" parTransId="{F9BDF602-9B0E-40BB-A5F8-9E0C2DAC77C9}" sibTransId="{74392018-BF99-4C6C-A0EC-B9B37D76FA06}"/>
    <dgm:cxn modelId="{4EC7D960-ADA5-4E90-82B1-BDCC8DD3AEAC}" srcId="{F97395BD-7D83-4D9B-B504-CDA8CEABEB34}" destId="{95D08426-F249-4236-8476-B89E1395780B}" srcOrd="6" destOrd="0" parTransId="{331D383E-86D7-4880-B84F-CF3142357842}" sibTransId="{31FC8FD3-C0CE-4CD3-8ABB-476497E1041B}"/>
    <dgm:cxn modelId="{5663AB49-82D0-41AB-BD45-1A63DF1FF5E6}" type="presOf" srcId="{0D5FACFD-A928-46D7-A7A8-1F6DE0510569}" destId="{5CA8639E-0273-4ACF-93CC-EAED5A0E0A15}" srcOrd="0" destOrd="0" presId="urn:microsoft.com/office/officeart/2016/7/layout/RepeatingBendingProcessNew"/>
    <dgm:cxn modelId="{FAE2EF4B-516E-41FB-9BD2-55329C6C97B1}" srcId="{F97395BD-7D83-4D9B-B504-CDA8CEABEB34}" destId="{E5D1507E-89E3-4E8C-A0DB-2C0418AFA742}" srcOrd="5" destOrd="0" parTransId="{57103176-7BE0-4ED9-9E55-1369DE8929A7}" sibTransId="{6F806C33-1750-4977-81E7-66B0BECB4DEA}"/>
    <dgm:cxn modelId="{85073C6C-FFA7-48D0-968C-4BCC775516E3}" type="presOf" srcId="{3C9333A0-2299-4E0A-899A-763F713930D4}" destId="{597D6ADF-A54A-44D4-B941-31D6A6A380C9}" srcOrd="0" destOrd="0" presId="urn:microsoft.com/office/officeart/2016/7/layout/RepeatingBendingProcessNew"/>
    <dgm:cxn modelId="{75980750-F360-4164-B18D-8608045D9D75}" type="presOf" srcId="{6F806C33-1750-4977-81E7-66B0BECB4DEA}" destId="{5058664F-E118-428E-82A5-8F57F07EAF44}" srcOrd="1" destOrd="0" presId="urn:microsoft.com/office/officeart/2016/7/layout/RepeatingBendingProcessNew"/>
    <dgm:cxn modelId="{A2309757-8ECA-444B-A3DD-711564E2973B}" srcId="{E5D1507E-89E3-4E8C-A0DB-2C0418AFA742}" destId="{33A1A653-EEBB-4B29-93D2-7EB6E4413C53}" srcOrd="0" destOrd="0" parTransId="{4312539A-F208-4DA0-A9FA-D412E4158EF1}" sibTransId="{841B4086-A467-49F5-843F-D3BA523FBF1A}"/>
    <dgm:cxn modelId="{A12A0C5A-64D7-4B5D-87D9-552A5EF8AF5D}" type="presOf" srcId="{26976EC5-C477-4231-AE64-D4E2B88A14F1}" destId="{B417C93E-3DF2-4C86-95F0-27B392A490DC}" srcOrd="0" destOrd="0" presId="urn:microsoft.com/office/officeart/2016/7/layout/RepeatingBendingProcessNew"/>
    <dgm:cxn modelId="{47580D7C-5560-4054-8521-5F67619A0862}" type="presOf" srcId="{8B0383AB-A2FD-4792-9F8D-5CC95C82A7D8}" destId="{48F6581F-D3B5-4DC9-B7C0-A9FEF0097AAE}" srcOrd="0" destOrd="0" presId="urn:microsoft.com/office/officeart/2016/7/layout/RepeatingBendingProcessNew"/>
    <dgm:cxn modelId="{25BB1E7E-BF38-429C-8F26-93F7377703DE}" type="presOf" srcId="{D3D58CD1-849A-4C28-88E7-B13DE675527F}" destId="{CACBF9CC-EC3C-4E28-ABB1-48DDF6A775FF}" srcOrd="0" destOrd="0" presId="urn:microsoft.com/office/officeart/2016/7/layout/RepeatingBendingProcessNew"/>
    <dgm:cxn modelId="{7BAB3E84-EB61-46BD-9F76-7D3660DD34B9}" type="presOf" srcId="{74392018-BF99-4C6C-A0EC-B9B37D76FA06}" destId="{8B63D220-9095-41CF-A571-0613601DE9A4}" srcOrd="0" destOrd="0" presId="urn:microsoft.com/office/officeart/2016/7/layout/RepeatingBendingProcessNew"/>
    <dgm:cxn modelId="{9D32DF85-9EF7-4734-A85A-B8B730928413}" type="presOf" srcId="{5E24C1A0-5C4D-4288-AA6C-3C333BDB5760}" destId="{758E5AAD-D02F-42F4-B4A1-ECC0EAF21C1C}" srcOrd="1" destOrd="0" presId="urn:microsoft.com/office/officeart/2016/7/layout/RepeatingBendingProcessNew"/>
    <dgm:cxn modelId="{464D3886-23F1-494B-8583-0AB164D82BD1}" srcId="{F97395BD-7D83-4D9B-B504-CDA8CEABEB34}" destId="{387E0392-1754-4F9C-87F2-0D088162922F}" srcOrd="0" destOrd="0" parTransId="{06B45DEF-70D2-4932-994F-3AF39AF8970D}" sibTransId="{5E24C1A0-5C4D-4288-AA6C-3C333BDB5760}"/>
    <dgm:cxn modelId="{7C172B91-4922-4161-A521-52EC3600C41E}" srcId="{F97395BD-7D83-4D9B-B504-CDA8CEABEB34}" destId="{24BD4692-2829-407C-BC8F-96743BBE915E}" srcOrd="11" destOrd="0" parTransId="{CDCD2D07-6C69-497C-BB86-1E74DDAC9C91}" sibTransId="{FDB2D3FC-10DB-4C78-951D-247CEA6BCBAC}"/>
    <dgm:cxn modelId="{6A1CAA96-B6EB-4930-BBEE-2119E0F9CE74}" type="presOf" srcId="{437AAFF1-4C72-4A4F-92E6-F0EE483C01E6}" destId="{A2B14978-7445-413C-8A36-E8FE5D969AFC}" srcOrd="0" destOrd="0" presId="urn:microsoft.com/office/officeart/2016/7/layout/RepeatingBendingProcessNew"/>
    <dgm:cxn modelId="{2807249C-4D09-4D30-9E6B-A82E8021E6EE}" type="presOf" srcId="{5D9DFDC5-C1E9-468D-B6C7-18D52922D674}" destId="{E571DB7A-2C8E-41E2-81EB-3FE1767ABF22}" srcOrd="0" destOrd="2" presId="urn:microsoft.com/office/officeart/2016/7/layout/RepeatingBendingProcessNew"/>
    <dgm:cxn modelId="{23F34E9D-F4F0-43B2-9DED-4BCD271D6842}" srcId="{F97395BD-7D83-4D9B-B504-CDA8CEABEB34}" destId="{437AAFF1-4C72-4A4F-92E6-F0EE483C01E6}" srcOrd="4" destOrd="0" parTransId="{D602C52C-6B0C-4EFA-86FE-01A1DA62B988}" sibTransId="{BFFBCADB-88B4-41C3-BA88-5BA63E8328D8}"/>
    <dgm:cxn modelId="{2F582AA0-F62E-422A-B869-7A9595915E79}" type="presOf" srcId="{3C9333A0-2299-4E0A-899A-763F713930D4}" destId="{4D1BD8A0-51EC-47A6-8AA9-112F2D2A4A08}" srcOrd="1" destOrd="0" presId="urn:microsoft.com/office/officeart/2016/7/layout/RepeatingBendingProcessNew"/>
    <dgm:cxn modelId="{C4FCF2A1-35F8-403D-9DB9-858024B35C1D}" type="presOf" srcId="{F5F3B444-4EEB-41A2-987A-F3C0CF8457F6}" destId="{68B28B33-7C89-4576-9E95-F16622C2519F}" srcOrd="0" destOrd="0" presId="urn:microsoft.com/office/officeart/2016/7/layout/RepeatingBendingProcessNew"/>
    <dgm:cxn modelId="{8F9C69B4-B55E-4158-A5DF-9FAA9636F4AC}" type="presOf" srcId="{24BD4692-2829-407C-BC8F-96743BBE915E}" destId="{C2F57C85-D0D1-461D-9D63-FCB088793098}" srcOrd="0" destOrd="0" presId="urn:microsoft.com/office/officeart/2016/7/layout/RepeatingBendingProcessNew"/>
    <dgm:cxn modelId="{C30F7CB8-E77E-4D80-80B9-19DE4E27CF15}" type="presOf" srcId="{5E24C1A0-5C4D-4288-AA6C-3C333BDB5760}" destId="{ACEC59E6-1DC1-4DBF-BD6A-5B3E3B55080E}" srcOrd="0" destOrd="0" presId="urn:microsoft.com/office/officeart/2016/7/layout/RepeatingBendingProcessNew"/>
    <dgm:cxn modelId="{4C8CBCBE-A49D-4289-A49C-B976E926B345}" type="presOf" srcId="{7189D12D-5F5A-4C48-BA21-840989F4D01D}" destId="{23A7C431-D44D-4877-B0C6-FA93DFF7E4E9}" srcOrd="0" destOrd="0" presId="urn:microsoft.com/office/officeart/2016/7/layout/RepeatingBendingProcessNew"/>
    <dgm:cxn modelId="{8D1C93C0-7A50-4E9D-B54D-35ED39AB8D1C}" srcId="{F97395BD-7D83-4D9B-B504-CDA8CEABEB34}" destId="{F5F3B444-4EEB-41A2-987A-F3C0CF8457F6}" srcOrd="8" destOrd="0" parTransId="{110E2482-D66B-4A50-831D-3086D7CD92D8}" sibTransId="{3C9333A0-2299-4E0A-899A-763F713930D4}"/>
    <dgm:cxn modelId="{BC6620C3-D6F3-42A8-B870-CEC50CCA0449}" type="presOf" srcId="{E667E35A-F714-4EB4-B4AA-CDA0B4152567}" destId="{74648CEF-715B-4076-A4C6-A0F1979C7D0E}" srcOrd="1" destOrd="0" presId="urn:microsoft.com/office/officeart/2016/7/layout/RepeatingBendingProcessNew"/>
    <dgm:cxn modelId="{8563AEC7-4079-47E0-8B67-9C39501C5857}" type="presOf" srcId="{6F806C33-1750-4977-81E7-66B0BECB4DEA}" destId="{B6FD5EA3-0DD4-4F5A-97E7-B3F0D4AD609B}" srcOrd="0" destOrd="0" presId="urn:microsoft.com/office/officeart/2016/7/layout/RepeatingBendingProcessNew"/>
    <dgm:cxn modelId="{8273C8C7-B104-49B2-B1C6-FA4B5E990747}" type="presOf" srcId="{E667E35A-F714-4EB4-B4AA-CDA0B4152567}" destId="{E0B2AC40-53E4-408B-8C44-FBEA2C064A54}" srcOrd="0" destOrd="0" presId="urn:microsoft.com/office/officeart/2016/7/layout/RepeatingBendingProcessNew"/>
    <dgm:cxn modelId="{939F8BCA-88C2-4DF4-9BC8-29023C50B7CB}" srcId="{F97395BD-7D83-4D9B-B504-CDA8CEABEB34}" destId="{8B0383AB-A2FD-4792-9F8D-5CC95C82A7D8}" srcOrd="7" destOrd="0" parTransId="{A8ABA847-788B-4ADF-A773-3CE18AA3E7A0}" sibTransId="{3A7AA36C-F326-4EAF-9FD8-5839F6510C1D}"/>
    <dgm:cxn modelId="{592C0ACF-EEA7-4227-8C4B-3B53B05DB3FD}" srcId="{F97395BD-7D83-4D9B-B504-CDA8CEABEB34}" destId="{44DE9257-E26D-453A-AD83-7AFA34CBA229}" srcOrd="3" destOrd="0" parTransId="{D0286787-7F00-4083-BD02-DFCEE3C6B254}" sibTransId="{E667E35A-F714-4EB4-B4AA-CDA0B4152567}"/>
    <dgm:cxn modelId="{8AEC07DE-00E1-4852-9880-2ED2A0DF1963}" type="presOf" srcId="{44DE9257-E26D-453A-AD83-7AFA34CBA229}" destId="{ACE8FD03-8E8A-473B-A331-25A4F447EB7D}" srcOrd="0" destOrd="0" presId="urn:microsoft.com/office/officeart/2016/7/layout/RepeatingBendingProcessNew"/>
    <dgm:cxn modelId="{8FE350DF-C81F-4A40-9750-C185ABE3CA0B}" srcId="{95D08426-F249-4236-8476-B89E1395780B}" destId="{D0E3546F-77EA-41E5-9EB5-15A698E01A5D}" srcOrd="1" destOrd="0" parTransId="{008CEE42-C6E9-4CCC-812F-8140997083A8}" sibTransId="{0F6CD1FC-6DDF-4158-A111-163B0A2F57B9}"/>
    <dgm:cxn modelId="{462F0DE2-F927-41A4-BA32-5AAFBD98AE48}" type="presOf" srcId="{3A7AA36C-F326-4EAF-9FD8-5839F6510C1D}" destId="{54034DDF-76AB-40D9-96BC-7CF6ECE9A27D}" srcOrd="1" destOrd="0" presId="urn:microsoft.com/office/officeart/2016/7/layout/RepeatingBendingProcessNew"/>
    <dgm:cxn modelId="{9185D0E6-17B9-41A1-AF41-F752797F5A2C}" type="presOf" srcId="{387E0392-1754-4F9C-87F2-0D088162922F}" destId="{351434FA-3CB7-4D18-A4AA-17F75B3F313F}" srcOrd="0" destOrd="0" presId="urn:microsoft.com/office/officeart/2016/7/layout/RepeatingBendingProcessNew"/>
    <dgm:cxn modelId="{8F1D71E9-EE7C-42D5-83F7-3C01908AF432}" srcId="{F97395BD-7D83-4D9B-B504-CDA8CEABEB34}" destId="{2BBEBF20-DF5F-48BB-B8D4-CD189DD97098}" srcOrd="9" destOrd="0" parTransId="{0E688A63-5136-4EA5-AB9C-04B244CB9D7D}" sibTransId="{D3D58CD1-849A-4C28-88E7-B13DE675527F}"/>
    <dgm:cxn modelId="{FB679CEA-CABB-406B-BBA9-8DCE228A5F08}" type="presOf" srcId="{31FC8FD3-C0CE-4CD3-8ABB-476497E1041B}" destId="{2702A41C-1652-4417-A120-4C7DA0EEAE7D}" srcOrd="0" destOrd="0" presId="urn:microsoft.com/office/officeart/2016/7/layout/RepeatingBendingProcessNew"/>
    <dgm:cxn modelId="{B6ED13F2-1D3B-46BE-8979-3BB5E62D9443}" type="presOf" srcId="{33A1A653-EEBB-4B29-93D2-7EB6E4413C53}" destId="{E571DB7A-2C8E-41E2-81EB-3FE1767ABF22}" srcOrd="0" destOrd="1" presId="urn:microsoft.com/office/officeart/2016/7/layout/RepeatingBendingProcessNew"/>
    <dgm:cxn modelId="{99F517F3-A103-40AF-A11B-B900D5576C3F}" type="presOf" srcId="{D0E3546F-77EA-41E5-9EB5-15A698E01A5D}" destId="{41A71C11-1EBA-4086-B853-BCFB2FCA4875}" srcOrd="0" destOrd="2" presId="urn:microsoft.com/office/officeart/2016/7/layout/RepeatingBendingProcessNew"/>
    <dgm:cxn modelId="{503D55F4-BD4C-4537-8C31-75FBCED7AFBF}" type="presOf" srcId="{2BBEBF20-DF5F-48BB-B8D4-CD189DD97098}" destId="{1BD7B12B-AB10-40F4-9F4E-A1209D7B9F3A}" srcOrd="0" destOrd="0" presId="urn:microsoft.com/office/officeart/2016/7/layout/RepeatingBendingProcessNew"/>
    <dgm:cxn modelId="{B6A720F7-B7DE-4E73-9407-A7B107457E83}" type="presOf" srcId="{42823140-A2DB-4588-A56C-9DDC3668F118}" destId="{8AB7EAAA-FA59-4A18-AAF5-6B64B92A1443}" srcOrd="0" destOrd="0" presId="urn:microsoft.com/office/officeart/2016/7/layout/RepeatingBendingProcessNew"/>
    <dgm:cxn modelId="{325BB3F7-7A89-4ACC-A431-1B7860070984}" type="presOf" srcId="{74392018-BF99-4C6C-A0EC-B9B37D76FA06}" destId="{D9D21751-F050-491F-9081-C315F94A74C7}" srcOrd="1" destOrd="0" presId="urn:microsoft.com/office/officeart/2016/7/layout/RepeatingBendingProcessNew"/>
    <dgm:cxn modelId="{FF4BF1FF-9445-426B-B544-46711F7B703C}" type="presOf" srcId="{BFFBCADB-88B4-41C3-BA88-5BA63E8328D8}" destId="{BCA0F373-B74A-4E21-8639-0A22BFD61636}" srcOrd="1" destOrd="0" presId="urn:microsoft.com/office/officeart/2016/7/layout/RepeatingBendingProcessNew"/>
    <dgm:cxn modelId="{41B8CC99-7C41-426D-AC1C-6CD0E17EDB72}" type="presParOf" srcId="{47F0016A-79F8-4246-B7F8-78107D74E9B1}" destId="{351434FA-3CB7-4D18-A4AA-17F75B3F313F}" srcOrd="0" destOrd="0" presId="urn:microsoft.com/office/officeart/2016/7/layout/RepeatingBendingProcessNew"/>
    <dgm:cxn modelId="{3A26C97D-B285-49D4-BA0D-164E356DB8EA}" type="presParOf" srcId="{47F0016A-79F8-4246-B7F8-78107D74E9B1}" destId="{ACEC59E6-1DC1-4DBF-BD6A-5B3E3B55080E}" srcOrd="1" destOrd="0" presId="urn:microsoft.com/office/officeart/2016/7/layout/RepeatingBendingProcessNew"/>
    <dgm:cxn modelId="{973FBEC8-F0EA-4FC8-8503-6A1C2B27DA0E}" type="presParOf" srcId="{ACEC59E6-1DC1-4DBF-BD6A-5B3E3B55080E}" destId="{758E5AAD-D02F-42F4-B4A1-ECC0EAF21C1C}" srcOrd="0" destOrd="0" presId="urn:microsoft.com/office/officeart/2016/7/layout/RepeatingBendingProcessNew"/>
    <dgm:cxn modelId="{5857F2C6-3B4B-4FC5-86B2-62EEC826C6F8}" type="presParOf" srcId="{47F0016A-79F8-4246-B7F8-78107D74E9B1}" destId="{23A7C431-D44D-4877-B0C6-FA93DFF7E4E9}" srcOrd="2" destOrd="0" presId="urn:microsoft.com/office/officeart/2016/7/layout/RepeatingBendingProcessNew"/>
    <dgm:cxn modelId="{0C698A90-EC80-4125-B75B-016E7885C2FB}" type="presParOf" srcId="{47F0016A-79F8-4246-B7F8-78107D74E9B1}" destId="{5CA8639E-0273-4ACF-93CC-EAED5A0E0A15}" srcOrd="3" destOrd="0" presId="urn:microsoft.com/office/officeart/2016/7/layout/RepeatingBendingProcessNew"/>
    <dgm:cxn modelId="{82B1BA0F-FF15-402C-8689-B6F6272EE178}" type="presParOf" srcId="{5CA8639E-0273-4ACF-93CC-EAED5A0E0A15}" destId="{236F1965-2685-4C87-9098-53B7540F09E7}" srcOrd="0" destOrd="0" presId="urn:microsoft.com/office/officeart/2016/7/layout/RepeatingBendingProcessNew"/>
    <dgm:cxn modelId="{6B75EF75-CF64-4557-BBCE-E2BBA2895366}" type="presParOf" srcId="{47F0016A-79F8-4246-B7F8-78107D74E9B1}" destId="{869C135A-7A1F-40F9-A223-D3CECCF3EC10}" srcOrd="4" destOrd="0" presId="urn:microsoft.com/office/officeart/2016/7/layout/RepeatingBendingProcessNew"/>
    <dgm:cxn modelId="{58F1C997-1C7C-4561-9314-9DF6FF594C4D}" type="presParOf" srcId="{47F0016A-79F8-4246-B7F8-78107D74E9B1}" destId="{8B63D220-9095-41CF-A571-0613601DE9A4}" srcOrd="5" destOrd="0" presId="urn:microsoft.com/office/officeart/2016/7/layout/RepeatingBendingProcessNew"/>
    <dgm:cxn modelId="{61E46888-5C0A-4800-B349-4BC321B80A20}" type="presParOf" srcId="{8B63D220-9095-41CF-A571-0613601DE9A4}" destId="{D9D21751-F050-491F-9081-C315F94A74C7}" srcOrd="0" destOrd="0" presId="urn:microsoft.com/office/officeart/2016/7/layout/RepeatingBendingProcessNew"/>
    <dgm:cxn modelId="{19BDA276-A35E-4CDA-9549-F3D15B05B4D8}" type="presParOf" srcId="{47F0016A-79F8-4246-B7F8-78107D74E9B1}" destId="{ACE8FD03-8E8A-473B-A331-25A4F447EB7D}" srcOrd="6" destOrd="0" presId="urn:microsoft.com/office/officeart/2016/7/layout/RepeatingBendingProcessNew"/>
    <dgm:cxn modelId="{8C53A564-21E3-45DC-A1EA-7CE5F0DBB1A0}" type="presParOf" srcId="{47F0016A-79F8-4246-B7F8-78107D74E9B1}" destId="{E0B2AC40-53E4-408B-8C44-FBEA2C064A54}" srcOrd="7" destOrd="0" presId="urn:microsoft.com/office/officeart/2016/7/layout/RepeatingBendingProcessNew"/>
    <dgm:cxn modelId="{78D75BB4-6E66-4964-87D4-F603394F4E32}" type="presParOf" srcId="{E0B2AC40-53E4-408B-8C44-FBEA2C064A54}" destId="{74648CEF-715B-4076-A4C6-A0F1979C7D0E}" srcOrd="0" destOrd="0" presId="urn:microsoft.com/office/officeart/2016/7/layout/RepeatingBendingProcessNew"/>
    <dgm:cxn modelId="{480014AE-BAF6-463B-9535-7DE1D61BE348}" type="presParOf" srcId="{47F0016A-79F8-4246-B7F8-78107D74E9B1}" destId="{A2B14978-7445-413C-8A36-E8FE5D969AFC}" srcOrd="8" destOrd="0" presId="urn:microsoft.com/office/officeart/2016/7/layout/RepeatingBendingProcessNew"/>
    <dgm:cxn modelId="{7DC5069F-8F3A-42DD-8F48-EA1C8BBD34CC}" type="presParOf" srcId="{47F0016A-79F8-4246-B7F8-78107D74E9B1}" destId="{A7C26287-3701-4985-BE43-7791D27F3709}" srcOrd="9" destOrd="0" presId="urn:microsoft.com/office/officeart/2016/7/layout/RepeatingBendingProcessNew"/>
    <dgm:cxn modelId="{6AF4F1C9-3DD6-43AE-9576-74A80AA82555}" type="presParOf" srcId="{A7C26287-3701-4985-BE43-7791D27F3709}" destId="{BCA0F373-B74A-4E21-8639-0A22BFD61636}" srcOrd="0" destOrd="0" presId="urn:microsoft.com/office/officeart/2016/7/layout/RepeatingBendingProcessNew"/>
    <dgm:cxn modelId="{D3C31DFA-B075-4FF5-9A10-A0B32C13D73A}" type="presParOf" srcId="{47F0016A-79F8-4246-B7F8-78107D74E9B1}" destId="{E571DB7A-2C8E-41E2-81EB-3FE1767ABF22}" srcOrd="10" destOrd="0" presId="urn:microsoft.com/office/officeart/2016/7/layout/RepeatingBendingProcessNew"/>
    <dgm:cxn modelId="{17466C98-ABC2-4345-BE53-AE388BD66E2D}" type="presParOf" srcId="{47F0016A-79F8-4246-B7F8-78107D74E9B1}" destId="{B6FD5EA3-0DD4-4F5A-97E7-B3F0D4AD609B}" srcOrd="11" destOrd="0" presId="urn:microsoft.com/office/officeart/2016/7/layout/RepeatingBendingProcessNew"/>
    <dgm:cxn modelId="{1AB2EC43-D9E0-4DBD-ABB0-4908000B7654}" type="presParOf" srcId="{B6FD5EA3-0DD4-4F5A-97E7-B3F0D4AD609B}" destId="{5058664F-E118-428E-82A5-8F57F07EAF44}" srcOrd="0" destOrd="0" presId="urn:microsoft.com/office/officeart/2016/7/layout/RepeatingBendingProcessNew"/>
    <dgm:cxn modelId="{ED1A1C04-E09A-4FE9-9B44-508A58D0A115}" type="presParOf" srcId="{47F0016A-79F8-4246-B7F8-78107D74E9B1}" destId="{41A71C11-1EBA-4086-B853-BCFB2FCA4875}" srcOrd="12" destOrd="0" presId="urn:microsoft.com/office/officeart/2016/7/layout/RepeatingBendingProcessNew"/>
    <dgm:cxn modelId="{5EDB6CAE-D941-4E67-B52F-D87DE98B9BBA}" type="presParOf" srcId="{47F0016A-79F8-4246-B7F8-78107D74E9B1}" destId="{2702A41C-1652-4417-A120-4C7DA0EEAE7D}" srcOrd="13" destOrd="0" presId="urn:microsoft.com/office/officeart/2016/7/layout/RepeatingBendingProcessNew"/>
    <dgm:cxn modelId="{3D8C3450-9EC7-4CF9-97DF-687D6DA0FA55}" type="presParOf" srcId="{2702A41C-1652-4417-A120-4C7DA0EEAE7D}" destId="{B86F0868-3F9C-414B-A826-6DE1CF994A5B}" srcOrd="0" destOrd="0" presId="urn:microsoft.com/office/officeart/2016/7/layout/RepeatingBendingProcessNew"/>
    <dgm:cxn modelId="{DC5F1BBB-5310-4E1E-A76E-1654390FC29D}" type="presParOf" srcId="{47F0016A-79F8-4246-B7F8-78107D74E9B1}" destId="{48F6581F-D3B5-4DC9-B7C0-A9FEF0097AAE}" srcOrd="14" destOrd="0" presId="urn:microsoft.com/office/officeart/2016/7/layout/RepeatingBendingProcessNew"/>
    <dgm:cxn modelId="{C275B451-1DD9-4FAB-9168-527487CA25FE}" type="presParOf" srcId="{47F0016A-79F8-4246-B7F8-78107D74E9B1}" destId="{2BE2A5D1-5F0D-41E2-9F7F-D5EC10F00C7D}" srcOrd="15" destOrd="0" presId="urn:microsoft.com/office/officeart/2016/7/layout/RepeatingBendingProcessNew"/>
    <dgm:cxn modelId="{ED161B92-7A65-46C3-80A6-D6B38D55278D}" type="presParOf" srcId="{2BE2A5D1-5F0D-41E2-9F7F-D5EC10F00C7D}" destId="{54034DDF-76AB-40D9-96BC-7CF6ECE9A27D}" srcOrd="0" destOrd="0" presId="urn:microsoft.com/office/officeart/2016/7/layout/RepeatingBendingProcessNew"/>
    <dgm:cxn modelId="{4398BE15-C134-4813-9684-73CE2457985D}" type="presParOf" srcId="{47F0016A-79F8-4246-B7F8-78107D74E9B1}" destId="{68B28B33-7C89-4576-9E95-F16622C2519F}" srcOrd="16" destOrd="0" presId="urn:microsoft.com/office/officeart/2016/7/layout/RepeatingBendingProcessNew"/>
    <dgm:cxn modelId="{9FC25782-6A17-4E2F-9500-94A4A4CFE6AE}" type="presParOf" srcId="{47F0016A-79F8-4246-B7F8-78107D74E9B1}" destId="{597D6ADF-A54A-44D4-B941-31D6A6A380C9}" srcOrd="17" destOrd="0" presId="urn:microsoft.com/office/officeart/2016/7/layout/RepeatingBendingProcessNew"/>
    <dgm:cxn modelId="{2F9122D9-C101-4B3B-9D3C-12E8288E333C}" type="presParOf" srcId="{597D6ADF-A54A-44D4-B941-31D6A6A380C9}" destId="{4D1BD8A0-51EC-47A6-8AA9-112F2D2A4A08}" srcOrd="0" destOrd="0" presId="urn:microsoft.com/office/officeart/2016/7/layout/RepeatingBendingProcessNew"/>
    <dgm:cxn modelId="{E71E9520-2513-474B-93D1-E11A61F72E70}" type="presParOf" srcId="{47F0016A-79F8-4246-B7F8-78107D74E9B1}" destId="{1BD7B12B-AB10-40F4-9F4E-A1209D7B9F3A}" srcOrd="18" destOrd="0" presId="urn:microsoft.com/office/officeart/2016/7/layout/RepeatingBendingProcessNew"/>
    <dgm:cxn modelId="{9A6621AA-1E67-4DCC-8428-5168F13F8C44}" type="presParOf" srcId="{47F0016A-79F8-4246-B7F8-78107D74E9B1}" destId="{CACBF9CC-EC3C-4E28-ABB1-48DDF6A775FF}" srcOrd="19" destOrd="0" presId="urn:microsoft.com/office/officeart/2016/7/layout/RepeatingBendingProcessNew"/>
    <dgm:cxn modelId="{FF45636B-B5BE-419C-B1ED-53868EAD34A3}" type="presParOf" srcId="{CACBF9CC-EC3C-4E28-ABB1-48DDF6A775FF}" destId="{DCFB66B5-EAED-48BF-9711-7EEA22EED471}" srcOrd="0" destOrd="0" presId="urn:microsoft.com/office/officeart/2016/7/layout/RepeatingBendingProcessNew"/>
    <dgm:cxn modelId="{91806812-661A-41CE-94E2-1745DFF4FF63}" type="presParOf" srcId="{47F0016A-79F8-4246-B7F8-78107D74E9B1}" destId="{8AB7EAAA-FA59-4A18-AAF5-6B64B92A1443}" srcOrd="20" destOrd="0" presId="urn:microsoft.com/office/officeart/2016/7/layout/RepeatingBendingProcessNew"/>
    <dgm:cxn modelId="{0DDEEC65-6C7A-44A9-91F1-F5D506B81AC1}" type="presParOf" srcId="{47F0016A-79F8-4246-B7F8-78107D74E9B1}" destId="{B417C93E-3DF2-4C86-95F0-27B392A490DC}" srcOrd="21" destOrd="0" presId="urn:microsoft.com/office/officeart/2016/7/layout/RepeatingBendingProcessNew"/>
    <dgm:cxn modelId="{9F4D9910-49E9-4778-B786-8F97405E9851}" type="presParOf" srcId="{B417C93E-3DF2-4C86-95F0-27B392A490DC}" destId="{74F61393-D1AF-4CF3-A06B-BFA9032B02CB}" srcOrd="0" destOrd="0" presId="urn:microsoft.com/office/officeart/2016/7/layout/RepeatingBendingProcessNew"/>
    <dgm:cxn modelId="{D1D2E5BF-2063-41FF-975B-9726B2421A92}" type="presParOf" srcId="{47F0016A-79F8-4246-B7F8-78107D74E9B1}" destId="{C2F57C85-D0D1-461D-9D63-FCB088793098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E446A6A-82DE-4AD7-BF40-E207E504624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C160C3AC-5217-4AC1-8C5A-7815A23EFDA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PT" sz="1600" b="1" noProof="0" dirty="0"/>
            <a:t>TCP</a:t>
          </a:r>
        </a:p>
        <a:p>
          <a:pPr>
            <a:lnSpc>
              <a:spcPct val="100000"/>
            </a:lnSpc>
            <a:defRPr cap="all"/>
          </a:pPr>
          <a:r>
            <a:rPr lang="pt-PT" sz="1600" cap="none" noProof="0" dirty="0"/>
            <a:t>Cliente-Servidor Transferência BD</a:t>
          </a:r>
        </a:p>
      </dgm:t>
    </dgm:pt>
    <dgm:pt modelId="{181B6D41-269E-4A7D-93EA-EC2D0D17B639}" type="parTrans" cxnId="{92E3C862-D353-4FA4-B1DD-24F316984B13}">
      <dgm:prSet/>
      <dgm:spPr/>
      <dgm:t>
        <a:bodyPr/>
        <a:lstStyle/>
        <a:p>
          <a:endParaRPr lang="en-US"/>
        </a:p>
      </dgm:t>
    </dgm:pt>
    <dgm:pt modelId="{734951F9-B870-4659-979B-3806B748169A}" type="sibTrans" cxnId="{92E3C862-D353-4FA4-B1DD-24F316984B13}">
      <dgm:prSet/>
      <dgm:spPr/>
      <dgm:t>
        <a:bodyPr/>
        <a:lstStyle/>
        <a:p>
          <a:endParaRPr lang="en-US"/>
        </a:p>
      </dgm:t>
    </dgm:pt>
    <dgm:pt modelId="{B846AAA5-9A11-4C01-9E58-BCCADFD5F24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PT" sz="1600" b="1" noProof="0" dirty="0"/>
            <a:t>UDP</a:t>
          </a:r>
        </a:p>
        <a:p>
          <a:pPr>
            <a:lnSpc>
              <a:spcPct val="100000"/>
            </a:lnSpc>
            <a:defRPr cap="all"/>
          </a:pPr>
          <a:r>
            <a:rPr lang="pt-PT" sz="1600" cap="none" noProof="0" dirty="0"/>
            <a:t>Diretoria</a:t>
          </a:r>
          <a:endParaRPr lang="pt-PT" sz="1600" noProof="0" dirty="0"/>
        </a:p>
      </dgm:t>
    </dgm:pt>
    <dgm:pt modelId="{27CEADD5-16E2-4DF4-89F3-75A515047703}" type="parTrans" cxnId="{EC2A81F8-BA2B-4E65-9AB8-DE94A401A455}">
      <dgm:prSet/>
      <dgm:spPr/>
      <dgm:t>
        <a:bodyPr/>
        <a:lstStyle/>
        <a:p>
          <a:endParaRPr lang="en-US"/>
        </a:p>
      </dgm:t>
    </dgm:pt>
    <dgm:pt modelId="{B4A2B681-2F84-45CF-9673-B932F63E3F13}" type="sibTrans" cxnId="{EC2A81F8-BA2B-4E65-9AB8-DE94A401A455}">
      <dgm:prSet/>
      <dgm:spPr/>
      <dgm:t>
        <a:bodyPr/>
        <a:lstStyle/>
        <a:p>
          <a:endParaRPr lang="en-US"/>
        </a:p>
      </dgm:t>
    </dgm:pt>
    <dgm:pt modelId="{EEB7443C-A8FF-4848-AF02-3FA403BA7165}">
      <dgm:prSet custT="1"/>
      <dgm:spPr/>
      <dgm:t>
        <a:bodyPr/>
        <a:lstStyle/>
        <a:p>
          <a:pPr>
            <a:lnSpc>
              <a:spcPct val="100000"/>
            </a:lnSpc>
            <a:spcAft>
              <a:spcPct val="35000"/>
            </a:spcAft>
            <a:defRPr cap="all"/>
          </a:pPr>
          <a:r>
            <a:rPr lang="pt-PT" sz="1600" b="1" noProof="0" dirty="0"/>
            <a:t>Multicast</a:t>
          </a:r>
        </a:p>
        <a:p>
          <a:pPr>
            <a:lnSpc>
              <a:spcPct val="100000"/>
            </a:lnSpc>
            <a:spcAft>
              <a:spcPts val="0"/>
            </a:spcAft>
            <a:defRPr cap="all"/>
          </a:pPr>
          <a:r>
            <a:rPr lang="pt-PT" sz="1600" cap="none" noProof="0" dirty="0"/>
            <a:t> Heartbeats </a:t>
          </a:r>
        </a:p>
        <a:p>
          <a:pPr>
            <a:lnSpc>
              <a:spcPct val="100000"/>
            </a:lnSpc>
            <a:spcAft>
              <a:spcPts val="0"/>
            </a:spcAft>
            <a:defRPr cap="all"/>
          </a:pPr>
          <a:r>
            <a:rPr lang="pt-PT" sz="1600" noProof="0" dirty="0"/>
            <a:t>+ </a:t>
          </a:r>
        </a:p>
        <a:p>
          <a:pPr>
            <a:lnSpc>
              <a:spcPct val="100000"/>
            </a:lnSpc>
            <a:spcAft>
              <a:spcPct val="35000"/>
            </a:spcAft>
            <a:defRPr cap="all"/>
          </a:pPr>
          <a:r>
            <a:rPr lang="pt-PT" sz="1600" cap="none" noProof="0" dirty="0"/>
            <a:t>Queries </a:t>
          </a:r>
          <a:r>
            <a:rPr lang="pt-PT" sz="1600" noProof="0" dirty="0"/>
            <a:t>SQL</a:t>
          </a:r>
        </a:p>
      </dgm:t>
    </dgm:pt>
    <dgm:pt modelId="{FE44E0C4-CF5C-4143-BF64-615F70027AB8}" type="parTrans" cxnId="{5C28BEED-D380-48D7-9437-915F36CC9B27}">
      <dgm:prSet/>
      <dgm:spPr/>
      <dgm:t>
        <a:bodyPr/>
        <a:lstStyle/>
        <a:p>
          <a:endParaRPr lang="en-US"/>
        </a:p>
      </dgm:t>
    </dgm:pt>
    <dgm:pt modelId="{4C4B3DB3-2C9A-4E20-968A-47ED322CACBA}" type="sibTrans" cxnId="{5C28BEED-D380-48D7-9437-915F36CC9B27}">
      <dgm:prSet/>
      <dgm:spPr/>
      <dgm:t>
        <a:bodyPr/>
        <a:lstStyle/>
        <a:p>
          <a:endParaRPr lang="en-US"/>
        </a:p>
      </dgm:t>
    </dgm:pt>
    <dgm:pt modelId="{4837C312-F688-4C16-9849-048159F8F8F8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PT" sz="1600" b="1" noProof="0" dirty="0"/>
            <a:t>Serialização de objetos</a:t>
          </a:r>
        </a:p>
      </dgm:t>
    </dgm:pt>
    <dgm:pt modelId="{67AD52DD-AD55-4163-A104-A3190A246B75}" type="parTrans" cxnId="{6349AC87-6649-416E-BFA8-86C9A19EE578}">
      <dgm:prSet/>
      <dgm:spPr/>
      <dgm:t>
        <a:bodyPr/>
        <a:lstStyle/>
        <a:p>
          <a:endParaRPr lang="en-US"/>
        </a:p>
      </dgm:t>
    </dgm:pt>
    <dgm:pt modelId="{F067785F-9BAB-4629-883A-96CC13091646}" type="sibTrans" cxnId="{6349AC87-6649-416E-BFA8-86C9A19EE578}">
      <dgm:prSet/>
      <dgm:spPr/>
      <dgm:t>
        <a:bodyPr/>
        <a:lstStyle/>
        <a:p>
          <a:endParaRPr lang="en-US"/>
        </a:p>
      </dgm:t>
    </dgm:pt>
    <dgm:pt modelId="{145E6DFB-BD56-4BB3-88AE-FA7FCDC45FFF}" type="pres">
      <dgm:prSet presAssocID="{1E446A6A-82DE-4AD7-BF40-E207E504624D}" presName="root" presStyleCnt="0">
        <dgm:presLayoutVars>
          <dgm:dir/>
          <dgm:resizeHandles val="exact"/>
        </dgm:presLayoutVars>
      </dgm:prSet>
      <dgm:spPr/>
    </dgm:pt>
    <dgm:pt modelId="{D7503906-DD6B-4BAB-9482-AD7B93ABF018}" type="pres">
      <dgm:prSet presAssocID="{C160C3AC-5217-4AC1-8C5A-7815A23EFDA2}" presName="compNode" presStyleCnt="0"/>
      <dgm:spPr/>
    </dgm:pt>
    <dgm:pt modelId="{C8E18E47-BD32-487D-85AD-B0D74E30367A}" type="pres">
      <dgm:prSet presAssocID="{C160C3AC-5217-4AC1-8C5A-7815A23EFDA2}" presName="iconBgRect" presStyleLbl="bgShp" presStyleIdx="0" presStyleCnt="4"/>
      <dgm:spPr/>
    </dgm:pt>
    <dgm:pt modelId="{A32E0C4D-696C-4F88-9B60-F03BA89753DB}" type="pres">
      <dgm:prSet presAssocID="{C160C3AC-5217-4AC1-8C5A-7815A23EFDA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C20A3ED-9835-46BB-8B52-55B07255DE07}" type="pres">
      <dgm:prSet presAssocID="{C160C3AC-5217-4AC1-8C5A-7815A23EFDA2}" presName="spaceRect" presStyleCnt="0"/>
      <dgm:spPr/>
    </dgm:pt>
    <dgm:pt modelId="{48132308-35CC-4EF2-A019-03C97F9516F5}" type="pres">
      <dgm:prSet presAssocID="{C160C3AC-5217-4AC1-8C5A-7815A23EFDA2}" presName="textRect" presStyleLbl="revTx" presStyleIdx="0" presStyleCnt="4">
        <dgm:presLayoutVars>
          <dgm:chMax val="1"/>
          <dgm:chPref val="1"/>
        </dgm:presLayoutVars>
      </dgm:prSet>
      <dgm:spPr/>
    </dgm:pt>
    <dgm:pt modelId="{8627D8F8-11A7-4D4C-996A-4671863AB427}" type="pres">
      <dgm:prSet presAssocID="{734951F9-B870-4659-979B-3806B748169A}" presName="sibTrans" presStyleCnt="0"/>
      <dgm:spPr/>
    </dgm:pt>
    <dgm:pt modelId="{129CB383-7BB7-4E8C-9F5D-BDAC003E60AD}" type="pres">
      <dgm:prSet presAssocID="{B846AAA5-9A11-4C01-9E58-BCCADFD5F24F}" presName="compNode" presStyleCnt="0"/>
      <dgm:spPr/>
    </dgm:pt>
    <dgm:pt modelId="{213C5A9C-7CFD-44E3-ADE9-B7F9A3225E0B}" type="pres">
      <dgm:prSet presAssocID="{B846AAA5-9A11-4C01-9E58-BCCADFD5F24F}" presName="iconBgRect" presStyleLbl="bgShp" presStyleIdx="1" presStyleCnt="4"/>
      <dgm:spPr/>
    </dgm:pt>
    <dgm:pt modelId="{FB7F97B4-6D8F-4FE4-BBA8-40B06EDD4675}" type="pres">
      <dgm:prSet presAssocID="{B846AAA5-9A11-4C01-9E58-BCCADFD5F2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FD4D2EA-59BD-4697-AE0A-EE0A037C422D}" type="pres">
      <dgm:prSet presAssocID="{B846AAA5-9A11-4C01-9E58-BCCADFD5F24F}" presName="spaceRect" presStyleCnt="0"/>
      <dgm:spPr/>
    </dgm:pt>
    <dgm:pt modelId="{163CD09C-F2BA-4197-AAA7-EAEEDBDEEE00}" type="pres">
      <dgm:prSet presAssocID="{B846AAA5-9A11-4C01-9E58-BCCADFD5F24F}" presName="textRect" presStyleLbl="revTx" presStyleIdx="1" presStyleCnt="4">
        <dgm:presLayoutVars>
          <dgm:chMax val="1"/>
          <dgm:chPref val="1"/>
        </dgm:presLayoutVars>
      </dgm:prSet>
      <dgm:spPr/>
    </dgm:pt>
    <dgm:pt modelId="{8F38AC49-3782-405D-B6DE-9641793FBDE2}" type="pres">
      <dgm:prSet presAssocID="{B4A2B681-2F84-45CF-9673-B932F63E3F13}" presName="sibTrans" presStyleCnt="0"/>
      <dgm:spPr/>
    </dgm:pt>
    <dgm:pt modelId="{3F0E1CFB-0A75-48F0-9AC2-44BEF9B05D6E}" type="pres">
      <dgm:prSet presAssocID="{EEB7443C-A8FF-4848-AF02-3FA403BA7165}" presName="compNode" presStyleCnt="0"/>
      <dgm:spPr/>
    </dgm:pt>
    <dgm:pt modelId="{B43DA326-6971-43B1-ABAB-FA5603571AD8}" type="pres">
      <dgm:prSet presAssocID="{EEB7443C-A8FF-4848-AF02-3FA403BA7165}" presName="iconBgRect" presStyleLbl="bgShp" presStyleIdx="2" presStyleCnt="4"/>
      <dgm:spPr/>
    </dgm:pt>
    <dgm:pt modelId="{43DA293F-285F-4460-BCCA-532B598A53D6}" type="pres">
      <dgm:prSet presAssocID="{EEB7443C-A8FF-4848-AF02-3FA403BA716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4A924C9-051D-4CD3-AFD1-BFBFA1D3420E}" type="pres">
      <dgm:prSet presAssocID="{EEB7443C-A8FF-4848-AF02-3FA403BA7165}" presName="spaceRect" presStyleCnt="0"/>
      <dgm:spPr/>
    </dgm:pt>
    <dgm:pt modelId="{95F2634C-8B21-41D2-B19C-8D888790989C}" type="pres">
      <dgm:prSet presAssocID="{EEB7443C-A8FF-4848-AF02-3FA403BA7165}" presName="textRect" presStyleLbl="revTx" presStyleIdx="2" presStyleCnt="4">
        <dgm:presLayoutVars>
          <dgm:chMax val="1"/>
          <dgm:chPref val="1"/>
        </dgm:presLayoutVars>
      </dgm:prSet>
      <dgm:spPr/>
    </dgm:pt>
    <dgm:pt modelId="{0AFAA65E-AF30-4389-8F74-870B74B03612}" type="pres">
      <dgm:prSet presAssocID="{4C4B3DB3-2C9A-4E20-968A-47ED322CACBA}" presName="sibTrans" presStyleCnt="0"/>
      <dgm:spPr/>
    </dgm:pt>
    <dgm:pt modelId="{C0C5D4A1-86E7-4C3E-95DB-7E26F913C3F1}" type="pres">
      <dgm:prSet presAssocID="{4837C312-F688-4C16-9849-048159F8F8F8}" presName="compNode" presStyleCnt="0"/>
      <dgm:spPr/>
    </dgm:pt>
    <dgm:pt modelId="{8A7672E9-215D-4362-A4C4-79A4E372AD75}" type="pres">
      <dgm:prSet presAssocID="{4837C312-F688-4C16-9849-048159F8F8F8}" presName="iconBgRect" presStyleLbl="bgShp" presStyleIdx="3" presStyleCnt="4"/>
      <dgm:spPr/>
    </dgm:pt>
    <dgm:pt modelId="{73F0AA0A-1D5C-4F56-B5CA-94080AD1F3FB}" type="pres">
      <dgm:prSet presAssocID="{4837C312-F688-4C16-9849-048159F8F8F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2A7BC05-E592-4066-B95A-F6B5AB2DEFD3}" type="pres">
      <dgm:prSet presAssocID="{4837C312-F688-4C16-9849-048159F8F8F8}" presName="spaceRect" presStyleCnt="0"/>
      <dgm:spPr/>
    </dgm:pt>
    <dgm:pt modelId="{8AB8B774-73E0-418F-B8F3-2E03CA318DDD}" type="pres">
      <dgm:prSet presAssocID="{4837C312-F688-4C16-9849-048159F8F8F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2E3C862-D353-4FA4-B1DD-24F316984B13}" srcId="{1E446A6A-82DE-4AD7-BF40-E207E504624D}" destId="{C160C3AC-5217-4AC1-8C5A-7815A23EFDA2}" srcOrd="0" destOrd="0" parTransId="{181B6D41-269E-4A7D-93EA-EC2D0D17B639}" sibTransId="{734951F9-B870-4659-979B-3806B748169A}"/>
    <dgm:cxn modelId="{B05D3566-3382-4D7C-8D86-6BE223B6BFA9}" type="presOf" srcId="{B846AAA5-9A11-4C01-9E58-BCCADFD5F24F}" destId="{163CD09C-F2BA-4197-AAA7-EAEEDBDEEE00}" srcOrd="0" destOrd="0" presId="urn:microsoft.com/office/officeart/2018/5/layout/IconCircleLabelList"/>
    <dgm:cxn modelId="{213C8082-114F-42B8-B9F1-1158C221EBB6}" type="presOf" srcId="{EEB7443C-A8FF-4848-AF02-3FA403BA7165}" destId="{95F2634C-8B21-41D2-B19C-8D888790989C}" srcOrd="0" destOrd="0" presId="urn:microsoft.com/office/officeart/2018/5/layout/IconCircleLabelList"/>
    <dgm:cxn modelId="{6349AC87-6649-416E-BFA8-86C9A19EE578}" srcId="{1E446A6A-82DE-4AD7-BF40-E207E504624D}" destId="{4837C312-F688-4C16-9849-048159F8F8F8}" srcOrd="3" destOrd="0" parTransId="{67AD52DD-AD55-4163-A104-A3190A246B75}" sibTransId="{F067785F-9BAB-4629-883A-96CC13091646}"/>
    <dgm:cxn modelId="{417DF0AE-2711-4179-A8AB-EFABC2033342}" type="presOf" srcId="{4837C312-F688-4C16-9849-048159F8F8F8}" destId="{8AB8B774-73E0-418F-B8F3-2E03CA318DDD}" srcOrd="0" destOrd="0" presId="urn:microsoft.com/office/officeart/2018/5/layout/IconCircleLabelList"/>
    <dgm:cxn modelId="{AF0F9CC1-761D-4B08-BCD1-061275307131}" type="presOf" srcId="{1E446A6A-82DE-4AD7-BF40-E207E504624D}" destId="{145E6DFB-BD56-4BB3-88AE-FA7FCDC45FFF}" srcOrd="0" destOrd="0" presId="urn:microsoft.com/office/officeart/2018/5/layout/IconCircleLabelList"/>
    <dgm:cxn modelId="{5C28BEED-D380-48D7-9437-915F36CC9B27}" srcId="{1E446A6A-82DE-4AD7-BF40-E207E504624D}" destId="{EEB7443C-A8FF-4848-AF02-3FA403BA7165}" srcOrd="2" destOrd="0" parTransId="{FE44E0C4-CF5C-4143-BF64-615F70027AB8}" sibTransId="{4C4B3DB3-2C9A-4E20-968A-47ED322CACBA}"/>
    <dgm:cxn modelId="{35B399F0-56B3-412F-9DDC-08042AE5D6CF}" type="presOf" srcId="{C160C3AC-5217-4AC1-8C5A-7815A23EFDA2}" destId="{48132308-35CC-4EF2-A019-03C97F9516F5}" srcOrd="0" destOrd="0" presId="urn:microsoft.com/office/officeart/2018/5/layout/IconCircleLabelList"/>
    <dgm:cxn modelId="{EC2A81F8-BA2B-4E65-9AB8-DE94A401A455}" srcId="{1E446A6A-82DE-4AD7-BF40-E207E504624D}" destId="{B846AAA5-9A11-4C01-9E58-BCCADFD5F24F}" srcOrd="1" destOrd="0" parTransId="{27CEADD5-16E2-4DF4-89F3-75A515047703}" sibTransId="{B4A2B681-2F84-45CF-9673-B932F63E3F13}"/>
    <dgm:cxn modelId="{963D62B5-4E68-4C43-B41F-8EFE99B65077}" type="presParOf" srcId="{145E6DFB-BD56-4BB3-88AE-FA7FCDC45FFF}" destId="{D7503906-DD6B-4BAB-9482-AD7B93ABF018}" srcOrd="0" destOrd="0" presId="urn:microsoft.com/office/officeart/2018/5/layout/IconCircleLabelList"/>
    <dgm:cxn modelId="{7AC0AF0E-611B-4459-B5D9-29B766E10131}" type="presParOf" srcId="{D7503906-DD6B-4BAB-9482-AD7B93ABF018}" destId="{C8E18E47-BD32-487D-85AD-B0D74E30367A}" srcOrd="0" destOrd="0" presId="urn:microsoft.com/office/officeart/2018/5/layout/IconCircleLabelList"/>
    <dgm:cxn modelId="{20D5D511-A07B-49F7-A61D-0AFE74E83AFF}" type="presParOf" srcId="{D7503906-DD6B-4BAB-9482-AD7B93ABF018}" destId="{A32E0C4D-696C-4F88-9B60-F03BA89753DB}" srcOrd="1" destOrd="0" presId="urn:microsoft.com/office/officeart/2018/5/layout/IconCircleLabelList"/>
    <dgm:cxn modelId="{7EAB265B-83A6-473B-AD8F-F78C8C55F0D2}" type="presParOf" srcId="{D7503906-DD6B-4BAB-9482-AD7B93ABF018}" destId="{AC20A3ED-9835-46BB-8B52-55B07255DE07}" srcOrd="2" destOrd="0" presId="urn:microsoft.com/office/officeart/2018/5/layout/IconCircleLabelList"/>
    <dgm:cxn modelId="{F8A964EE-8439-45E1-A48B-A7B568B6704F}" type="presParOf" srcId="{D7503906-DD6B-4BAB-9482-AD7B93ABF018}" destId="{48132308-35CC-4EF2-A019-03C97F9516F5}" srcOrd="3" destOrd="0" presId="urn:microsoft.com/office/officeart/2018/5/layout/IconCircleLabelList"/>
    <dgm:cxn modelId="{DF7F9B56-8128-4AD1-813F-B0E65643B1F6}" type="presParOf" srcId="{145E6DFB-BD56-4BB3-88AE-FA7FCDC45FFF}" destId="{8627D8F8-11A7-4D4C-996A-4671863AB427}" srcOrd="1" destOrd="0" presId="urn:microsoft.com/office/officeart/2018/5/layout/IconCircleLabelList"/>
    <dgm:cxn modelId="{BFC681AE-AE55-4F87-87A3-0C9B67BF0D2F}" type="presParOf" srcId="{145E6DFB-BD56-4BB3-88AE-FA7FCDC45FFF}" destId="{129CB383-7BB7-4E8C-9F5D-BDAC003E60AD}" srcOrd="2" destOrd="0" presId="urn:microsoft.com/office/officeart/2018/5/layout/IconCircleLabelList"/>
    <dgm:cxn modelId="{774782FF-1CC2-44F3-9D5D-753358C355A3}" type="presParOf" srcId="{129CB383-7BB7-4E8C-9F5D-BDAC003E60AD}" destId="{213C5A9C-7CFD-44E3-ADE9-B7F9A3225E0B}" srcOrd="0" destOrd="0" presId="urn:microsoft.com/office/officeart/2018/5/layout/IconCircleLabelList"/>
    <dgm:cxn modelId="{0B808F85-21B9-4904-BE52-D7745B0F56CE}" type="presParOf" srcId="{129CB383-7BB7-4E8C-9F5D-BDAC003E60AD}" destId="{FB7F97B4-6D8F-4FE4-BBA8-40B06EDD4675}" srcOrd="1" destOrd="0" presId="urn:microsoft.com/office/officeart/2018/5/layout/IconCircleLabelList"/>
    <dgm:cxn modelId="{671352FE-0716-4D8F-B574-4EC4C27B1FAB}" type="presParOf" srcId="{129CB383-7BB7-4E8C-9F5D-BDAC003E60AD}" destId="{3FD4D2EA-59BD-4697-AE0A-EE0A037C422D}" srcOrd="2" destOrd="0" presId="urn:microsoft.com/office/officeart/2018/5/layout/IconCircleLabelList"/>
    <dgm:cxn modelId="{5EE9ADAB-678A-4E5D-AEA7-E95432CFA55A}" type="presParOf" srcId="{129CB383-7BB7-4E8C-9F5D-BDAC003E60AD}" destId="{163CD09C-F2BA-4197-AAA7-EAEEDBDEEE00}" srcOrd="3" destOrd="0" presId="urn:microsoft.com/office/officeart/2018/5/layout/IconCircleLabelList"/>
    <dgm:cxn modelId="{F44D54B3-48B9-4282-A275-95B242F330A6}" type="presParOf" srcId="{145E6DFB-BD56-4BB3-88AE-FA7FCDC45FFF}" destId="{8F38AC49-3782-405D-B6DE-9641793FBDE2}" srcOrd="3" destOrd="0" presId="urn:microsoft.com/office/officeart/2018/5/layout/IconCircleLabelList"/>
    <dgm:cxn modelId="{76E74107-A4A1-40E2-82EC-A828C92B9A6E}" type="presParOf" srcId="{145E6DFB-BD56-4BB3-88AE-FA7FCDC45FFF}" destId="{3F0E1CFB-0A75-48F0-9AC2-44BEF9B05D6E}" srcOrd="4" destOrd="0" presId="urn:microsoft.com/office/officeart/2018/5/layout/IconCircleLabelList"/>
    <dgm:cxn modelId="{2F5507C8-C8AC-4D7C-8091-324A9BC759BF}" type="presParOf" srcId="{3F0E1CFB-0A75-48F0-9AC2-44BEF9B05D6E}" destId="{B43DA326-6971-43B1-ABAB-FA5603571AD8}" srcOrd="0" destOrd="0" presId="urn:microsoft.com/office/officeart/2018/5/layout/IconCircleLabelList"/>
    <dgm:cxn modelId="{C426D10F-21E6-4A76-B7E5-AAA89D211692}" type="presParOf" srcId="{3F0E1CFB-0A75-48F0-9AC2-44BEF9B05D6E}" destId="{43DA293F-285F-4460-BCCA-532B598A53D6}" srcOrd="1" destOrd="0" presId="urn:microsoft.com/office/officeart/2018/5/layout/IconCircleLabelList"/>
    <dgm:cxn modelId="{65A5A81A-29D1-4E0F-83B9-D98A061198A5}" type="presParOf" srcId="{3F0E1CFB-0A75-48F0-9AC2-44BEF9B05D6E}" destId="{74A924C9-051D-4CD3-AFD1-BFBFA1D3420E}" srcOrd="2" destOrd="0" presId="urn:microsoft.com/office/officeart/2018/5/layout/IconCircleLabelList"/>
    <dgm:cxn modelId="{FB016D7A-7CF5-43FD-89D1-C031C58286C6}" type="presParOf" srcId="{3F0E1CFB-0A75-48F0-9AC2-44BEF9B05D6E}" destId="{95F2634C-8B21-41D2-B19C-8D888790989C}" srcOrd="3" destOrd="0" presId="urn:microsoft.com/office/officeart/2018/5/layout/IconCircleLabelList"/>
    <dgm:cxn modelId="{2A7C111C-AB33-40AE-BE92-479C3E79BA14}" type="presParOf" srcId="{145E6DFB-BD56-4BB3-88AE-FA7FCDC45FFF}" destId="{0AFAA65E-AF30-4389-8F74-870B74B03612}" srcOrd="5" destOrd="0" presId="urn:microsoft.com/office/officeart/2018/5/layout/IconCircleLabelList"/>
    <dgm:cxn modelId="{30150771-6C00-4430-BE99-707C0B7C3D3F}" type="presParOf" srcId="{145E6DFB-BD56-4BB3-88AE-FA7FCDC45FFF}" destId="{C0C5D4A1-86E7-4C3E-95DB-7E26F913C3F1}" srcOrd="6" destOrd="0" presId="urn:microsoft.com/office/officeart/2018/5/layout/IconCircleLabelList"/>
    <dgm:cxn modelId="{59FC664B-3FD9-4244-B7E8-32384ED7A500}" type="presParOf" srcId="{C0C5D4A1-86E7-4C3E-95DB-7E26F913C3F1}" destId="{8A7672E9-215D-4362-A4C4-79A4E372AD75}" srcOrd="0" destOrd="0" presId="urn:microsoft.com/office/officeart/2018/5/layout/IconCircleLabelList"/>
    <dgm:cxn modelId="{994E56F0-CC5F-4084-852F-A01B1042A99D}" type="presParOf" srcId="{C0C5D4A1-86E7-4C3E-95DB-7E26F913C3F1}" destId="{73F0AA0A-1D5C-4F56-B5CA-94080AD1F3FB}" srcOrd="1" destOrd="0" presId="urn:microsoft.com/office/officeart/2018/5/layout/IconCircleLabelList"/>
    <dgm:cxn modelId="{68A62326-550B-4E7B-88DB-C509F14A5C2A}" type="presParOf" srcId="{C0C5D4A1-86E7-4C3E-95DB-7E26F913C3F1}" destId="{E2A7BC05-E592-4066-B95A-F6B5AB2DEFD3}" srcOrd="2" destOrd="0" presId="urn:microsoft.com/office/officeart/2018/5/layout/IconCircleLabelList"/>
    <dgm:cxn modelId="{9C3C6812-2CAB-4513-A4F4-8002B21AC710}" type="presParOf" srcId="{C0C5D4A1-86E7-4C3E-95DB-7E26F913C3F1}" destId="{8AB8B774-73E0-418F-B8F3-2E03CA318DD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A3420F-BECA-490D-AA59-5335F6C114D7}">
      <dsp:nvSpPr>
        <dsp:cNvPr id="0" name=""/>
        <dsp:cNvSpPr/>
      </dsp:nvSpPr>
      <dsp:spPr>
        <a:xfrm>
          <a:off x="3033" y="1804045"/>
          <a:ext cx="1477994" cy="938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3D30F-DF99-42A1-A725-A72C1321C873}">
      <dsp:nvSpPr>
        <dsp:cNvPr id="0" name=""/>
        <dsp:cNvSpPr/>
      </dsp:nvSpPr>
      <dsp:spPr>
        <a:xfrm>
          <a:off x="167254" y="1960056"/>
          <a:ext cx="1477994" cy="938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noProof="0" dirty="0"/>
            <a:t>Registo no Diretório</a:t>
          </a:r>
        </a:p>
      </dsp:txBody>
      <dsp:txXfrm>
        <a:off x="194742" y="1987544"/>
        <a:ext cx="1423018" cy="883550"/>
      </dsp:txXfrm>
    </dsp:sp>
    <dsp:sp modelId="{13584131-8236-4C13-B7E8-EF7406124001}">
      <dsp:nvSpPr>
        <dsp:cNvPr id="0" name=""/>
        <dsp:cNvSpPr/>
      </dsp:nvSpPr>
      <dsp:spPr>
        <a:xfrm>
          <a:off x="1809470" y="1804045"/>
          <a:ext cx="1477994" cy="938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E1BF0-80B3-4457-BAF8-FBAE49A384D0}">
      <dsp:nvSpPr>
        <dsp:cNvPr id="0" name=""/>
        <dsp:cNvSpPr/>
      </dsp:nvSpPr>
      <dsp:spPr>
        <a:xfrm>
          <a:off x="1973692" y="1960056"/>
          <a:ext cx="1477994" cy="938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noProof="0" dirty="0"/>
            <a:t>Criação ou reutilização da BD (Primário)</a:t>
          </a:r>
        </a:p>
      </dsp:txBody>
      <dsp:txXfrm>
        <a:off x="2001180" y="1987544"/>
        <a:ext cx="1423018" cy="883550"/>
      </dsp:txXfrm>
    </dsp:sp>
    <dsp:sp modelId="{731AE33A-51A3-4000-A9F0-E3D8EC16624A}">
      <dsp:nvSpPr>
        <dsp:cNvPr id="0" name=""/>
        <dsp:cNvSpPr/>
      </dsp:nvSpPr>
      <dsp:spPr>
        <a:xfrm>
          <a:off x="3615908" y="1804045"/>
          <a:ext cx="1477994" cy="938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F0C8C-EC76-493D-A27C-226252F506C5}">
      <dsp:nvSpPr>
        <dsp:cNvPr id="0" name=""/>
        <dsp:cNvSpPr/>
      </dsp:nvSpPr>
      <dsp:spPr>
        <a:xfrm>
          <a:off x="3780130" y="1960056"/>
          <a:ext cx="1477994" cy="938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noProof="0" dirty="0"/>
            <a:t>Download inicial da BD (Secundário)</a:t>
          </a:r>
        </a:p>
      </dsp:txBody>
      <dsp:txXfrm>
        <a:off x="3807618" y="1987544"/>
        <a:ext cx="1423018" cy="883550"/>
      </dsp:txXfrm>
    </dsp:sp>
    <dsp:sp modelId="{713F6B0E-56D8-4B87-9A8E-44765550E637}">
      <dsp:nvSpPr>
        <dsp:cNvPr id="0" name=""/>
        <dsp:cNvSpPr/>
      </dsp:nvSpPr>
      <dsp:spPr>
        <a:xfrm>
          <a:off x="5422346" y="1804045"/>
          <a:ext cx="1477994" cy="938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E2C00-45C1-4ACC-A12B-961D4E01E7EE}">
      <dsp:nvSpPr>
        <dsp:cNvPr id="0" name=""/>
        <dsp:cNvSpPr/>
      </dsp:nvSpPr>
      <dsp:spPr>
        <a:xfrm>
          <a:off x="5586568" y="1960056"/>
          <a:ext cx="1477994" cy="938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noProof="0" dirty="0"/>
            <a:t>Heartbeats Multicast</a:t>
          </a:r>
        </a:p>
      </dsp:txBody>
      <dsp:txXfrm>
        <a:off x="5614056" y="1987544"/>
        <a:ext cx="1423018" cy="883550"/>
      </dsp:txXfrm>
    </dsp:sp>
    <dsp:sp modelId="{F13AD33A-96EC-4F32-9134-7205F7E90A7E}">
      <dsp:nvSpPr>
        <dsp:cNvPr id="0" name=""/>
        <dsp:cNvSpPr/>
      </dsp:nvSpPr>
      <dsp:spPr>
        <a:xfrm>
          <a:off x="7228784" y="1804045"/>
          <a:ext cx="1477994" cy="938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0EB30-DF2F-4197-955C-4FBA54E3130A}">
      <dsp:nvSpPr>
        <dsp:cNvPr id="0" name=""/>
        <dsp:cNvSpPr/>
      </dsp:nvSpPr>
      <dsp:spPr>
        <a:xfrm>
          <a:off x="7393006" y="1960056"/>
          <a:ext cx="1477994" cy="938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noProof="0" dirty="0"/>
            <a:t>Promoção automática em caso de falha</a:t>
          </a:r>
        </a:p>
      </dsp:txBody>
      <dsp:txXfrm>
        <a:off x="7420494" y="1987544"/>
        <a:ext cx="1423018" cy="8835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A17844-C340-42E1-AA30-50F77FB5EFFB}">
      <dsp:nvSpPr>
        <dsp:cNvPr id="0" name=""/>
        <dsp:cNvSpPr/>
      </dsp:nvSpPr>
      <dsp:spPr>
        <a:xfrm>
          <a:off x="1752243" y="738085"/>
          <a:ext cx="3710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082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1927742" y="781794"/>
        <a:ext cx="20084" cy="4020"/>
      </dsp:txXfrm>
    </dsp:sp>
    <dsp:sp modelId="{13EEBD6A-2982-4A38-942B-F298BA31C46B}">
      <dsp:nvSpPr>
        <dsp:cNvPr id="0" name=""/>
        <dsp:cNvSpPr/>
      </dsp:nvSpPr>
      <dsp:spPr>
        <a:xfrm>
          <a:off x="7597" y="259871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1. Registo no Serviço de Diretoria</a:t>
          </a:r>
          <a:endParaRPr lang="pt-PT" sz="1400" kern="1200" noProof="0" dirty="0"/>
        </a:p>
      </dsp:txBody>
      <dsp:txXfrm>
        <a:off x="7597" y="259871"/>
        <a:ext cx="1746446" cy="1047867"/>
      </dsp:txXfrm>
    </dsp:sp>
    <dsp:sp modelId="{5F73591A-EF41-4518-819B-370932E33D07}">
      <dsp:nvSpPr>
        <dsp:cNvPr id="0" name=""/>
        <dsp:cNvSpPr/>
      </dsp:nvSpPr>
      <dsp:spPr>
        <a:xfrm>
          <a:off x="3900372" y="738085"/>
          <a:ext cx="3710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082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4075871" y="781794"/>
        <a:ext cx="20084" cy="4020"/>
      </dsp:txXfrm>
    </dsp:sp>
    <dsp:sp modelId="{AB867AAA-095A-466C-A31F-CCEF218374AF}">
      <dsp:nvSpPr>
        <dsp:cNvPr id="0" name=""/>
        <dsp:cNvSpPr/>
      </dsp:nvSpPr>
      <dsp:spPr>
        <a:xfrm>
          <a:off x="2155726" y="259871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Envia </a:t>
          </a:r>
          <a:r>
            <a:rPr lang="pt-PT" sz="1400" b="1" kern="1200" noProof="0" dirty="0"/>
            <a:t>REGISTER (UDP)</a:t>
          </a:r>
          <a:r>
            <a:rPr lang="pt-PT" sz="1400" kern="1200" noProof="0" dirty="0"/>
            <a:t>.</a:t>
          </a:r>
        </a:p>
      </dsp:txBody>
      <dsp:txXfrm>
        <a:off x="2155726" y="259871"/>
        <a:ext cx="1746446" cy="1047867"/>
      </dsp:txXfrm>
    </dsp:sp>
    <dsp:sp modelId="{61CDE6DD-32DF-4207-B534-C8EFC314AB7C}">
      <dsp:nvSpPr>
        <dsp:cNvPr id="0" name=""/>
        <dsp:cNvSpPr/>
      </dsp:nvSpPr>
      <dsp:spPr>
        <a:xfrm>
          <a:off x="880820" y="1305939"/>
          <a:ext cx="4296257" cy="371082"/>
        </a:xfrm>
        <a:custGeom>
          <a:avLst/>
          <a:gdLst/>
          <a:ahLst/>
          <a:cxnLst/>
          <a:rect l="0" t="0" r="0" b="0"/>
          <a:pathLst>
            <a:path>
              <a:moveTo>
                <a:pt x="4296257" y="0"/>
              </a:moveTo>
              <a:lnTo>
                <a:pt x="4296257" y="202641"/>
              </a:lnTo>
              <a:lnTo>
                <a:pt x="0" y="202641"/>
              </a:lnTo>
              <a:lnTo>
                <a:pt x="0" y="371082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2921074" y="1489470"/>
        <a:ext cx="215749" cy="4020"/>
      </dsp:txXfrm>
    </dsp:sp>
    <dsp:sp modelId="{77C78C4B-9591-4774-8648-D068D07BF39A}">
      <dsp:nvSpPr>
        <dsp:cNvPr id="0" name=""/>
        <dsp:cNvSpPr/>
      </dsp:nvSpPr>
      <dsp:spPr>
        <a:xfrm>
          <a:off x="4303855" y="259871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Recebe resposta com o </a:t>
          </a:r>
          <a:r>
            <a:rPr lang="pt-PT" sz="1400" b="1" kern="1200" noProof="0" dirty="0"/>
            <a:t>Servidor Primário atual</a:t>
          </a:r>
          <a:r>
            <a:rPr lang="pt-PT" sz="1400" kern="1200" noProof="0" dirty="0"/>
            <a:t> (o mais antigo registado).</a:t>
          </a:r>
        </a:p>
      </dsp:txBody>
      <dsp:txXfrm>
        <a:off x="4303855" y="259871"/>
        <a:ext cx="1746446" cy="1047867"/>
      </dsp:txXfrm>
    </dsp:sp>
    <dsp:sp modelId="{09FBD5C1-BE8C-473C-AEB7-5987F03DE5DB}">
      <dsp:nvSpPr>
        <dsp:cNvPr id="0" name=""/>
        <dsp:cNvSpPr/>
      </dsp:nvSpPr>
      <dsp:spPr>
        <a:xfrm>
          <a:off x="1752243" y="2187635"/>
          <a:ext cx="3710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082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1927742" y="2231345"/>
        <a:ext cx="20084" cy="4020"/>
      </dsp:txXfrm>
    </dsp:sp>
    <dsp:sp modelId="{9C4EF944-465C-443E-B316-BE37784EC19C}">
      <dsp:nvSpPr>
        <dsp:cNvPr id="0" name=""/>
        <dsp:cNvSpPr/>
      </dsp:nvSpPr>
      <dsp:spPr>
        <a:xfrm>
          <a:off x="7597" y="1709421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2. Determinação do Papel</a:t>
          </a:r>
          <a:endParaRPr lang="pt-PT" sz="1400" kern="1200" noProof="0" dirty="0"/>
        </a:p>
      </dsp:txBody>
      <dsp:txXfrm>
        <a:off x="7597" y="1709421"/>
        <a:ext cx="1746446" cy="1047867"/>
      </dsp:txXfrm>
    </dsp:sp>
    <dsp:sp modelId="{0F307B46-44BF-4C8A-9801-39666CFE72F7}">
      <dsp:nvSpPr>
        <dsp:cNvPr id="0" name=""/>
        <dsp:cNvSpPr/>
      </dsp:nvSpPr>
      <dsp:spPr>
        <a:xfrm>
          <a:off x="3900372" y="2187635"/>
          <a:ext cx="3710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082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4075871" y="2231345"/>
        <a:ext cx="20084" cy="4020"/>
      </dsp:txXfrm>
    </dsp:sp>
    <dsp:sp modelId="{89836C33-FB93-48BA-B7C7-1772941A088A}">
      <dsp:nvSpPr>
        <dsp:cNvPr id="0" name=""/>
        <dsp:cNvSpPr/>
      </dsp:nvSpPr>
      <dsp:spPr>
        <a:xfrm>
          <a:off x="2155726" y="1709421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Sou Primário?</a:t>
          </a:r>
          <a:r>
            <a:rPr lang="pt-PT" sz="1400" kern="1200" noProof="0" dirty="0"/>
            <a:t> Endereço da diretoria coincide → assumo atendimento.</a:t>
          </a:r>
        </a:p>
      </dsp:txBody>
      <dsp:txXfrm>
        <a:off x="2155726" y="1709421"/>
        <a:ext cx="1746446" cy="1047867"/>
      </dsp:txXfrm>
    </dsp:sp>
    <dsp:sp modelId="{A72B2D1A-F7FE-4A89-B040-379ADCBABD4C}">
      <dsp:nvSpPr>
        <dsp:cNvPr id="0" name=""/>
        <dsp:cNvSpPr/>
      </dsp:nvSpPr>
      <dsp:spPr>
        <a:xfrm>
          <a:off x="880820" y="2755489"/>
          <a:ext cx="4296257" cy="371082"/>
        </a:xfrm>
        <a:custGeom>
          <a:avLst/>
          <a:gdLst/>
          <a:ahLst/>
          <a:cxnLst/>
          <a:rect l="0" t="0" r="0" b="0"/>
          <a:pathLst>
            <a:path>
              <a:moveTo>
                <a:pt x="4296257" y="0"/>
              </a:moveTo>
              <a:lnTo>
                <a:pt x="4296257" y="202641"/>
              </a:lnTo>
              <a:lnTo>
                <a:pt x="0" y="202641"/>
              </a:lnTo>
              <a:lnTo>
                <a:pt x="0" y="371082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2921074" y="2939020"/>
        <a:ext cx="215749" cy="4020"/>
      </dsp:txXfrm>
    </dsp:sp>
    <dsp:sp modelId="{C03DDFE3-B922-4C50-9542-56E4D6BFE2CB}">
      <dsp:nvSpPr>
        <dsp:cNvPr id="0" name=""/>
        <dsp:cNvSpPr/>
      </dsp:nvSpPr>
      <dsp:spPr>
        <a:xfrm>
          <a:off x="4303855" y="1709421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Sou Secundário?</a:t>
          </a:r>
          <a:r>
            <a:rPr lang="pt-PT" sz="1400" kern="1200" noProof="0" dirty="0"/>
            <a:t> Outro servidor é o primário → configuro-me como backup.</a:t>
          </a:r>
        </a:p>
      </dsp:txBody>
      <dsp:txXfrm>
        <a:off x="4303855" y="1709421"/>
        <a:ext cx="1746446" cy="1047867"/>
      </dsp:txXfrm>
    </dsp:sp>
    <dsp:sp modelId="{1AF32A15-AB40-43A0-8EB1-8BF21E1A09FB}">
      <dsp:nvSpPr>
        <dsp:cNvPr id="0" name=""/>
        <dsp:cNvSpPr/>
      </dsp:nvSpPr>
      <dsp:spPr>
        <a:xfrm>
          <a:off x="1752243" y="3637186"/>
          <a:ext cx="3710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082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1927742" y="3680895"/>
        <a:ext cx="20084" cy="4020"/>
      </dsp:txXfrm>
    </dsp:sp>
    <dsp:sp modelId="{ADAECCE1-D995-4828-8CC4-4FFA62EB43F1}">
      <dsp:nvSpPr>
        <dsp:cNvPr id="0" name=""/>
        <dsp:cNvSpPr/>
      </dsp:nvSpPr>
      <dsp:spPr>
        <a:xfrm>
          <a:off x="7597" y="3158972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3. Base de Dados</a:t>
          </a:r>
          <a:endParaRPr lang="pt-PT" sz="1400" kern="1200" noProof="0" dirty="0"/>
        </a:p>
      </dsp:txBody>
      <dsp:txXfrm>
        <a:off x="7597" y="3158972"/>
        <a:ext cx="1746446" cy="1047867"/>
      </dsp:txXfrm>
    </dsp:sp>
    <dsp:sp modelId="{4CE01D62-73F4-403E-8A78-42570305D97D}">
      <dsp:nvSpPr>
        <dsp:cNvPr id="0" name=""/>
        <dsp:cNvSpPr/>
      </dsp:nvSpPr>
      <dsp:spPr>
        <a:xfrm>
          <a:off x="3900372" y="3637186"/>
          <a:ext cx="3710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082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4075871" y="3680895"/>
        <a:ext cx="20084" cy="4020"/>
      </dsp:txXfrm>
    </dsp:sp>
    <dsp:sp modelId="{9328D029-E5CC-444B-9478-78C21667B095}">
      <dsp:nvSpPr>
        <dsp:cNvPr id="0" name=""/>
        <dsp:cNvSpPr/>
      </dsp:nvSpPr>
      <dsp:spPr>
        <a:xfrm>
          <a:off x="2155726" y="3158972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Primário:</a:t>
          </a:r>
          <a:r>
            <a:rPr lang="pt-PT" sz="1400" kern="1200" noProof="0" dirty="0"/>
            <a:t> cria BD (v0) se não existir; caso exista, carrega a mais recente.</a:t>
          </a:r>
        </a:p>
      </dsp:txBody>
      <dsp:txXfrm>
        <a:off x="2155726" y="3158972"/>
        <a:ext cx="1746446" cy="1047867"/>
      </dsp:txXfrm>
    </dsp:sp>
    <dsp:sp modelId="{DEFBF390-6642-42E2-B3E7-10921D28C46E}">
      <dsp:nvSpPr>
        <dsp:cNvPr id="0" name=""/>
        <dsp:cNvSpPr/>
      </dsp:nvSpPr>
      <dsp:spPr>
        <a:xfrm>
          <a:off x="880820" y="4205040"/>
          <a:ext cx="4296257" cy="371082"/>
        </a:xfrm>
        <a:custGeom>
          <a:avLst/>
          <a:gdLst/>
          <a:ahLst/>
          <a:cxnLst/>
          <a:rect l="0" t="0" r="0" b="0"/>
          <a:pathLst>
            <a:path>
              <a:moveTo>
                <a:pt x="4296257" y="0"/>
              </a:moveTo>
              <a:lnTo>
                <a:pt x="4296257" y="202641"/>
              </a:lnTo>
              <a:lnTo>
                <a:pt x="0" y="202641"/>
              </a:lnTo>
              <a:lnTo>
                <a:pt x="0" y="371082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2921074" y="4388571"/>
        <a:ext cx="215749" cy="4020"/>
      </dsp:txXfrm>
    </dsp:sp>
    <dsp:sp modelId="{CBC9859C-0CE8-42A1-BB42-5BF3F8A02ED5}">
      <dsp:nvSpPr>
        <dsp:cNvPr id="0" name=""/>
        <dsp:cNvSpPr/>
      </dsp:nvSpPr>
      <dsp:spPr>
        <a:xfrm>
          <a:off x="4303855" y="3158972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 noProof="0" dirty="0"/>
            <a:t>Secundário:</a:t>
          </a:r>
          <a:r>
            <a:rPr lang="pt-PT" sz="1300" kern="1200" noProof="0" dirty="0"/>
            <a:t> liga via </a:t>
          </a:r>
          <a:r>
            <a:rPr lang="pt-PT" sz="1300" b="1" kern="1200" noProof="0" dirty="0"/>
            <a:t>TCP ao Primário</a:t>
          </a:r>
          <a:r>
            <a:rPr lang="pt-PT" sz="1300" kern="1200" noProof="0" dirty="0"/>
            <a:t> e faz </a:t>
          </a:r>
          <a:r>
            <a:rPr lang="pt-PT" sz="1300" b="1" kern="1200" noProof="0" dirty="0"/>
            <a:t>download completo da BD</a:t>
          </a:r>
          <a:r>
            <a:rPr lang="pt-PT" sz="1300" kern="1200" noProof="0" dirty="0"/>
            <a:t> antes de iniciar.</a:t>
          </a:r>
        </a:p>
      </dsp:txBody>
      <dsp:txXfrm>
        <a:off x="4303855" y="3158972"/>
        <a:ext cx="1746446" cy="1047867"/>
      </dsp:txXfrm>
    </dsp:sp>
    <dsp:sp modelId="{D2B240B6-C6E0-413F-8966-DA338408FCBD}">
      <dsp:nvSpPr>
        <dsp:cNvPr id="0" name=""/>
        <dsp:cNvSpPr/>
      </dsp:nvSpPr>
      <dsp:spPr>
        <a:xfrm>
          <a:off x="1752243" y="5086736"/>
          <a:ext cx="3710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082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1927742" y="5130446"/>
        <a:ext cx="20084" cy="4020"/>
      </dsp:txXfrm>
    </dsp:sp>
    <dsp:sp modelId="{3046AF1C-F893-4E53-A505-31062F981D1C}">
      <dsp:nvSpPr>
        <dsp:cNvPr id="0" name=""/>
        <dsp:cNvSpPr/>
      </dsp:nvSpPr>
      <dsp:spPr>
        <a:xfrm>
          <a:off x="7597" y="4608522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4. Inicialização de Serviços Internos</a:t>
          </a:r>
          <a:endParaRPr lang="pt-PT" sz="1400" kern="1200" noProof="0" dirty="0"/>
        </a:p>
      </dsp:txBody>
      <dsp:txXfrm>
        <a:off x="7597" y="4608522"/>
        <a:ext cx="1746446" cy="1047867"/>
      </dsp:txXfrm>
    </dsp:sp>
    <dsp:sp modelId="{A588AFA2-27C6-4E0A-A64A-5A137C63868F}">
      <dsp:nvSpPr>
        <dsp:cNvPr id="0" name=""/>
        <dsp:cNvSpPr/>
      </dsp:nvSpPr>
      <dsp:spPr>
        <a:xfrm>
          <a:off x="3900372" y="5086736"/>
          <a:ext cx="3710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082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 noProof="0" dirty="0"/>
        </a:p>
      </dsp:txBody>
      <dsp:txXfrm>
        <a:off x="4075871" y="5130446"/>
        <a:ext cx="20084" cy="4020"/>
      </dsp:txXfrm>
    </dsp:sp>
    <dsp:sp modelId="{33CF740C-7C4F-40BC-9F2B-6EF84B130F8C}">
      <dsp:nvSpPr>
        <dsp:cNvPr id="0" name=""/>
        <dsp:cNvSpPr/>
      </dsp:nvSpPr>
      <dsp:spPr>
        <a:xfrm>
          <a:off x="2155726" y="4608522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Abre a </a:t>
          </a:r>
          <a:r>
            <a:rPr lang="pt-PT" sz="1400" b="1" kern="1200" noProof="0" dirty="0" err="1"/>
            <a:t>Thread</a:t>
          </a:r>
          <a:r>
            <a:rPr lang="pt-PT" sz="1400" b="1" kern="1200" noProof="0" dirty="0"/>
            <a:t> Pool</a:t>
          </a:r>
          <a:r>
            <a:rPr lang="pt-PT" sz="1400" kern="1200" noProof="0" dirty="0"/>
            <a:t> para clientes TCP.</a:t>
          </a:r>
        </a:p>
      </dsp:txBody>
      <dsp:txXfrm>
        <a:off x="2155726" y="4608522"/>
        <a:ext cx="1746446" cy="1047867"/>
      </dsp:txXfrm>
    </dsp:sp>
    <dsp:sp modelId="{33F30484-DD00-4849-9C41-276691B9F428}">
      <dsp:nvSpPr>
        <dsp:cNvPr id="0" name=""/>
        <dsp:cNvSpPr/>
      </dsp:nvSpPr>
      <dsp:spPr>
        <a:xfrm>
          <a:off x="4303855" y="4608522"/>
          <a:ext cx="1746446" cy="104786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Inicia o </a:t>
          </a:r>
          <a:r>
            <a:rPr lang="pt-PT" sz="1400" b="1" kern="1200" noProof="0" dirty="0" err="1"/>
            <a:t>HeartbeatManager</a:t>
          </a:r>
          <a:r>
            <a:rPr lang="pt-PT" sz="1400" kern="1200" noProof="0" dirty="0"/>
            <a:t> (Multicast + UDP).</a:t>
          </a:r>
        </a:p>
      </dsp:txBody>
      <dsp:txXfrm>
        <a:off x="4303855" y="4608522"/>
        <a:ext cx="1746446" cy="10478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ADD66-D40E-46BB-B8C2-DB98C30BE04C}">
      <dsp:nvSpPr>
        <dsp:cNvPr id="0" name=""/>
        <dsp:cNvSpPr/>
      </dsp:nvSpPr>
      <dsp:spPr>
        <a:xfrm>
          <a:off x="1895566" y="725823"/>
          <a:ext cx="4353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536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2065268" y="-2001289"/>
        <a:ext cx="95958" cy="5545666"/>
      </dsp:txXfrm>
    </dsp:sp>
    <dsp:sp modelId="{9B6E235D-4D68-4C78-AAAE-5738B71403D3}">
      <dsp:nvSpPr>
        <dsp:cNvPr id="0" name=""/>
        <dsp:cNvSpPr/>
      </dsp:nvSpPr>
      <dsp:spPr>
        <a:xfrm>
          <a:off x="162976" y="3879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1. Monitorização Contínua</a:t>
          </a:r>
          <a:endParaRPr lang="pt-PT" sz="1400" kern="1200" noProof="0" dirty="0"/>
        </a:p>
      </dsp:txBody>
      <dsp:txXfrm>
        <a:off x="162976" y="3879"/>
        <a:ext cx="1734390" cy="1535327"/>
      </dsp:txXfrm>
    </dsp:sp>
    <dsp:sp modelId="{E2756935-4B82-461D-AE6E-489BF9D27B47}">
      <dsp:nvSpPr>
        <dsp:cNvPr id="0" name=""/>
        <dsp:cNvSpPr/>
      </dsp:nvSpPr>
      <dsp:spPr>
        <a:xfrm>
          <a:off x="4095919" y="725823"/>
          <a:ext cx="4353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536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265620" y="-2001289"/>
        <a:ext cx="95958" cy="5545666"/>
      </dsp:txXfrm>
    </dsp:sp>
    <dsp:sp modelId="{9F09C1BE-C5E8-4C1D-BA65-964D1DEC39C8}">
      <dsp:nvSpPr>
        <dsp:cNvPr id="0" name=""/>
        <dsp:cNvSpPr/>
      </dsp:nvSpPr>
      <dsp:spPr>
        <a:xfrm>
          <a:off x="2363328" y="3879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Todos os servidores recebem heartbeats do Primário via multicast.</a:t>
          </a:r>
        </a:p>
      </dsp:txBody>
      <dsp:txXfrm>
        <a:off x="2363328" y="3879"/>
        <a:ext cx="1734390" cy="1535327"/>
      </dsp:txXfrm>
    </dsp:sp>
    <dsp:sp modelId="{EAEDB199-96FF-4E67-BCFE-6E302FF8A1F7}">
      <dsp:nvSpPr>
        <dsp:cNvPr id="0" name=""/>
        <dsp:cNvSpPr/>
      </dsp:nvSpPr>
      <dsp:spPr>
        <a:xfrm>
          <a:off x="6296271" y="725823"/>
          <a:ext cx="4353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536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6465973" y="-2001289"/>
        <a:ext cx="95958" cy="5545666"/>
      </dsp:txXfrm>
    </dsp:sp>
    <dsp:sp modelId="{CA7BC67E-ACD9-42DA-BD03-5D2D95311BC6}">
      <dsp:nvSpPr>
        <dsp:cNvPr id="0" name=""/>
        <dsp:cNvSpPr/>
      </dsp:nvSpPr>
      <dsp:spPr>
        <a:xfrm>
          <a:off x="4563680" y="3879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2. Deteção de Falha</a:t>
          </a:r>
        </a:p>
      </dsp:txBody>
      <dsp:txXfrm>
        <a:off x="4563680" y="3879"/>
        <a:ext cx="1734390" cy="1535327"/>
      </dsp:txXfrm>
    </dsp:sp>
    <dsp:sp modelId="{B583718B-B8BD-4100-AEFF-3E89C22E45AD}">
      <dsp:nvSpPr>
        <dsp:cNvPr id="0" name=""/>
        <dsp:cNvSpPr/>
      </dsp:nvSpPr>
      <dsp:spPr>
        <a:xfrm>
          <a:off x="1030171" y="1537407"/>
          <a:ext cx="6601057" cy="435361"/>
        </a:xfrm>
        <a:custGeom>
          <a:avLst/>
          <a:gdLst/>
          <a:ahLst/>
          <a:cxnLst/>
          <a:rect l="0" t="0" r="0" b="0"/>
          <a:pathLst>
            <a:path>
              <a:moveTo>
                <a:pt x="6601057" y="0"/>
              </a:moveTo>
              <a:lnTo>
                <a:pt x="6601057" y="234780"/>
              </a:lnTo>
              <a:lnTo>
                <a:pt x="0" y="234780"/>
              </a:lnTo>
              <a:lnTo>
                <a:pt x="0" y="435361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3649312" y="1742816"/>
        <a:ext cx="1362774" cy="24544"/>
      </dsp:txXfrm>
    </dsp:sp>
    <dsp:sp modelId="{7FDEAEA9-1F2F-4F92-9E6D-40170716889B}">
      <dsp:nvSpPr>
        <dsp:cNvPr id="0" name=""/>
        <dsp:cNvSpPr/>
      </dsp:nvSpPr>
      <dsp:spPr>
        <a:xfrm>
          <a:off x="6764033" y="3879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noProof="0" dirty="0"/>
            <a:t>Se um secundário não receber heartbeats dentro do limite, assume falha.</a:t>
          </a:r>
          <a:br>
            <a:rPr lang="pt-PT" sz="1300" kern="1200" noProof="0" dirty="0"/>
          </a:br>
          <a:r>
            <a:rPr lang="pt-PT" sz="1300" kern="1200" noProof="0" dirty="0"/>
            <a:t>A Diretoria também deteta falha por timeout de 17s.</a:t>
          </a:r>
        </a:p>
      </dsp:txBody>
      <dsp:txXfrm>
        <a:off x="6764033" y="3879"/>
        <a:ext cx="1734390" cy="1535327"/>
      </dsp:txXfrm>
    </dsp:sp>
    <dsp:sp modelId="{023F7CE5-197B-4A40-9491-ABE7649D449C}">
      <dsp:nvSpPr>
        <dsp:cNvPr id="0" name=""/>
        <dsp:cNvSpPr/>
      </dsp:nvSpPr>
      <dsp:spPr>
        <a:xfrm>
          <a:off x="1895566" y="2727113"/>
          <a:ext cx="4353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536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2065268" y="0"/>
        <a:ext cx="95958" cy="5545666"/>
      </dsp:txXfrm>
    </dsp:sp>
    <dsp:sp modelId="{C4E9C84C-DAAE-4C71-9CDF-244D7549C737}">
      <dsp:nvSpPr>
        <dsp:cNvPr id="0" name=""/>
        <dsp:cNvSpPr/>
      </dsp:nvSpPr>
      <dsp:spPr>
        <a:xfrm>
          <a:off x="162976" y="2005169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3. Eleição Implícita</a:t>
          </a:r>
        </a:p>
      </dsp:txBody>
      <dsp:txXfrm>
        <a:off x="162976" y="2005169"/>
        <a:ext cx="1734390" cy="1535327"/>
      </dsp:txXfrm>
    </dsp:sp>
    <dsp:sp modelId="{34438BB3-50D9-4DF1-A5AF-E3959CD0BE36}">
      <dsp:nvSpPr>
        <dsp:cNvPr id="0" name=""/>
        <dsp:cNvSpPr/>
      </dsp:nvSpPr>
      <dsp:spPr>
        <a:xfrm>
          <a:off x="4095919" y="2727113"/>
          <a:ext cx="4353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536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265620" y="0"/>
        <a:ext cx="95958" cy="5545666"/>
      </dsp:txXfrm>
    </dsp:sp>
    <dsp:sp modelId="{7F6ABA70-1668-4E97-B505-913D33EE47B3}">
      <dsp:nvSpPr>
        <dsp:cNvPr id="0" name=""/>
        <dsp:cNvSpPr/>
      </dsp:nvSpPr>
      <dsp:spPr>
        <a:xfrm>
          <a:off x="2363328" y="2005169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A Diretoria remove o Primário da lista.</a:t>
          </a:r>
          <a:br>
            <a:rPr lang="pt-PT" sz="1400" kern="1200" noProof="0" dirty="0"/>
          </a:br>
          <a:r>
            <a:rPr lang="pt-PT" sz="1400" kern="1200" noProof="0" dirty="0"/>
            <a:t>O servidor registado há mais tempo torna-se o novo Primário.</a:t>
          </a:r>
        </a:p>
      </dsp:txBody>
      <dsp:txXfrm>
        <a:off x="2363328" y="2005169"/>
        <a:ext cx="1734390" cy="1535327"/>
      </dsp:txXfrm>
    </dsp:sp>
    <dsp:sp modelId="{920D52AD-D8BF-4C16-94E4-6428C3DE63B5}">
      <dsp:nvSpPr>
        <dsp:cNvPr id="0" name=""/>
        <dsp:cNvSpPr/>
      </dsp:nvSpPr>
      <dsp:spPr>
        <a:xfrm>
          <a:off x="6296271" y="2727113"/>
          <a:ext cx="4353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536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6465973" y="2760560"/>
        <a:ext cx="95958" cy="24544"/>
      </dsp:txXfrm>
    </dsp:sp>
    <dsp:sp modelId="{6051DC3F-052F-46A6-89C3-9E0ED1DFCA86}">
      <dsp:nvSpPr>
        <dsp:cNvPr id="0" name=""/>
        <dsp:cNvSpPr/>
      </dsp:nvSpPr>
      <dsp:spPr>
        <a:xfrm>
          <a:off x="4563680" y="2005169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4. Promoção Automática</a:t>
          </a:r>
        </a:p>
      </dsp:txBody>
      <dsp:txXfrm>
        <a:off x="4563680" y="2005169"/>
        <a:ext cx="1734390" cy="1535327"/>
      </dsp:txXfrm>
    </dsp:sp>
    <dsp:sp modelId="{6E2DE99B-F444-4169-A676-4033EC9EB57A}">
      <dsp:nvSpPr>
        <dsp:cNvPr id="0" name=""/>
        <dsp:cNvSpPr/>
      </dsp:nvSpPr>
      <dsp:spPr>
        <a:xfrm>
          <a:off x="1030171" y="3538696"/>
          <a:ext cx="6601057" cy="435361"/>
        </a:xfrm>
        <a:custGeom>
          <a:avLst/>
          <a:gdLst/>
          <a:ahLst/>
          <a:cxnLst/>
          <a:rect l="0" t="0" r="0" b="0"/>
          <a:pathLst>
            <a:path>
              <a:moveTo>
                <a:pt x="6601057" y="0"/>
              </a:moveTo>
              <a:lnTo>
                <a:pt x="6601057" y="234780"/>
              </a:lnTo>
              <a:lnTo>
                <a:pt x="0" y="234780"/>
              </a:lnTo>
              <a:lnTo>
                <a:pt x="0" y="435361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3649311" y="983544"/>
        <a:ext cx="1362777" cy="5545666"/>
      </dsp:txXfrm>
    </dsp:sp>
    <dsp:sp modelId="{58D80364-97B1-4BC9-8DFE-2D3296C646E1}">
      <dsp:nvSpPr>
        <dsp:cNvPr id="0" name=""/>
        <dsp:cNvSpPr/>
      </dsp:nvSpPr>
      <dsp:spPr>
        <a:xfrm>
          <a:off x="6764033" y="2005169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noProof="0" dirty="0"/>
            <a:t>O servidor promovido:</a:t>
          </a:r>
          <a:br>
            <a:rPr lang="pt-PT" sz="1300" kern="1200" noProof="0" dirty="0"/>
          </a:br>
          <a:r>
            <a:rPr lang="pt-PT" sz="1300" kern="1200" noProof="0" dirty="0">
              <a:solidFill>
                <a:srgbClr val="FF7A00"/>
              </a:solidFill>
            </a:rPr>
            <a:t>• </a:t>
          </a:r>
          <a:r>
            <a:rPr lang="pt-PT" sz="1300" kern="1200" noProof="0" dirty="0"/>
            <a:t>Assume a porta TCP de atendimento</a:t>
          </a:r>
          <a:br>
            <a:rPr lang="pt-PT" sz="1300" kern="1200" noProof="0" dirty="0"/>
          </a:br>
          <a:r>
            <a:rPr lang="pt-PT" sz="1300" kern="1200" noProof="0" dirty="0">
              <a:solidFill>
                <a:srgbClr val="FF7A00"/>
              </a:solidFill>
            </a:rPr>
            <a:t>• </a:t>
          </a:r>
          <a:r>
            <a:rPr lang="pt-PT" sz="1300" kern="1200" noProof="0" dirty="0"/>
            <a:t>Mantém a versão atual da BD</a:t>
          </a:r>
          <a:br>
            <a:rPr lang="pt-PT" sz="1300" kern="1200" noProof="0" dirty="0"/>
          </a:br>
          <a:r>
            <a:rPr lang="pt-PT" sz="1300" kern="1200" noProof="0" dirty="0">
              <a:solidFill>
                <a:srgbClr val="FF7A00"/>
              </a:solidFill>
            </a:rPr>
            <a:t>• </a:t>
          </a:r>
          <a:r>
            <a:rPr lang="pt-PT" sz="1300" kern="1200" noProof="0" dirty="0"/>
            <a:t>Passa a emitir heartbeats como Primário</a:t>
          </a:r>
        </a:p>
      </dsp:txBody>
      <dsp:txXfrm>
        <a:off x="6764033" y="2005169"/>
        <a:ext cx="1734390" cy="1535327"/>
      </dsp:txXfrm>
    </dsp:sp>
    <dsp:sp modelId="{ADFA776D-F740-4F0B-A4B9-83DC6A092B0B}">
      <dsp:nvSpPr>
        <dsp:cNvPr id="0" name=""/>
        <dsp:cNvSpPr/>
      </dsp:nvSpPr>
      <dsp:spPr>
        <a:xfrm>
          <a:off x="1895566" y="4728402"/>
          <a:ext cx="4353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536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2065268" y="2001289"/>
        <a:ext cx="95958" cy="5545666"/>
      </dsp:txXfrm>
    </dsp:sp>
    <dsp:sp modelId="{430E40E5-7795-4941-B446-3642D229755B}">
      <dsp:nvSpPr>
        <dsp:cNvPr id="0" name=""/>
        <dsp:cNvSpPr/>
      </dsp:nvSpPr>
      <dsp:spPr>
        <a:xfrm>
          <a:off x="162976" y="4006458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5. Recuperação no Cliente</a:t>
          </a:r>
        </a:p>
      </dsp:txBody>
      <dsp:txXfrm>
        <a:off x="162976" y="4006458"/>
        <a:ext cx="1734390" cy="1535327"/>
      </dsp:txXfrm>
    </dsp:sp>
    <dsp:sp modelId="{A2B886D1-9E4E-47FF-8A5E-CE5B43284C1C}">
      <dsp:nvSpPr>
        <dsp:cNvPr id="0" name=""/>
        <dsp:cNvSpPr/>
      </dsp:nvSpPr>
      <dsp:spPr>
        <a:xfrm>
          <a:off x="2363328" y="4006458"/>
          <a:ext cx="1734390" cy="15353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Os clientes detetam a perda da ligação, pedem o novo Primário à Diretoria e retomam a sessão automaticamente.</a:t>
          </a:r>
        </a:p>
      </dsp:txBody>
      <dsp:txXfrm>
        <a:off x="2363328" y="4006458"/>
        <a:ext cx="1734390" cy="15353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91D634-6C76-4DAC-A144-4B9DF9BC8A20}">
      <dsp:nvSpPr>
        <dsp:cNvPr id="0" name=""/>
        <dsp:cNvSpPr/>
      </dsp:nvSpPr>
      <dsp:spPr>
        <a:xfrm>
          <a:off x="1887529" y="509058"/>
          <a:ext cx="390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134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2072078" y="552672"/>
        <a:ext cx="21036" cy="4211"/>
      </dsp:txXfrm>
    </dsp:sp>
    <dsp:sp modelId="{32B07DEE-A5E6-47AB-ADD9-05EA07A96378}">
      <dsp:nvSpPr>
        <dsp:cNvPr id="0" name=""/>
        <dsp:cNvSpPr/>
      </dsp:nvSpPr>
      <dsp:spPr>
        <a:xfrm>
          <a:off x="60046" y="5993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1" i="0" u="none" strike="noStrike" kern="1200" cap="none" normalizeH="0" baseline="0" noProof="0" dirty="0">
              <a:effectLst/>
            </a:rPr>
            <a:t>1. Atualização no Servidor Primário</a:t>
          </a:r>
          <a:endParaRPr lang="pt-PT" sz="1400" kern="1200" noProof="0" dirty="0"/>
        </a:p>
      </dsp:txBody>
      <dsp:txXfrm>
        <a:off x="60046" y="5993"/>
        <a:ext cx="1829282" cy="1097569"/>
      </dsp:txXfrm>
    </dsp:sp>
    <dsp:sp modelId="{CE1CE20C-1FA7-441A-A04C-12E6B3554865}">
      <dsp:nvSpPr>
        <dsp:cNvPr id="0" name=""/>
        <dsp:cNvSpPr/>
      </dsp:nvSpPr>
      <dsp:spPr>
        <a:xfrm>
          <a:off x="4137546" y="509058"/>
          <a:ext cx="390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134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322095" y="552672"/>
        <a:ext cx="21036" cy="4211"/>
      </dsp:txXfrm>
    </dsp:sp>
    <dsp:sp modelId="{D20CBD45-9C4D-4BBE-8C2B-D26BAE67B6A4}">
      <dsp:nvSpPr>
        <dsp:cNvPr id="0" name=""/>
        <dsp:cNvSpPr/>
      </dsp:nvSpPr>
      <dsp:spPr>
        <a:xfrm>
          <a:off x="2310064" y="5993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0" i="0" u="none" strike="noStrike" kern="1200" cap="none" normalizeH="0" baseline="0" noProof="0" dirty="0">
              <a:effectLst/>
            </a:rPr>
            <a:t>Ocorre uma operação de escrita (ex: criação de pergunta).</a:t>
          </a:r>
        </a:p>
      </dsp:txBody>
      <dsp:txXfrm>
        <a:off x="2310064" y="5993"/>
        <a:ext cx="1829282" cy="1097569"/>
      </dsp:txXfrm>
    </dsp:sp>
    <dsp:sp modelId="{F6495A62-A4E8-4879-921D-50B1383DCBB3}">
      <dsp:nvSpPr>
        <dsp:cNvPr id="0" name=""/>
        <dsp:cNvSpPr/>
      </dsp:nvSpPr>
      <dsp:spPr>
        <a:xfrm>
          <a:off x="6387564" y="509058"/>
          <a:ext cx="390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134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6572113" y="552672"/>
        <a:ext cx="21036" cy="4211"/>
      </dsp:txXfrm>
    </dsp:sp>
    <dsp:sp modelId="{05B79749-E0B0-4FE8-AD96-B2C4BD216D2E}">
      <dsp:nvSpPr>
        <dsp:cNvPr id="0" name=""/>
        <dsp:cNvSpPr/>
      </dsp:nvSpPr>
      <dsp:spPr>
        <a:xfrm>
          <a:off x="4560081" y="5993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0" i="0" u="none" strike="noStrike" kern="1200" cap="none" normalizeH="0" baseline="0" noProof="0" dirty="0">
              <a:effectLst/>
            </a:rPr>
            <a:t>A </a:t>
          </a:r>
          <a:r>
            <a:rPr kumimoji="0" lang="pt-PT" sz="1400" b="0" i="1" u="none" strike="noStrike" kern="1200" cap="none" normalizeH="0" baseline="0" noProof="0" dirty="0">
              <a:effectLst/>
            </a:rPr>
            <a:t>Query SQL</a:t>
          </a:r>
          <a:r>
            <a:rPr kumimoji="0" lang="pt-PT" sz="1400" b="0" i="0" u="none" strike="noStrike" kern="1200" cap="none" normalizeH="0" baseline="0" noProof="0" dirty="0">
              <a:effectLst/>
            </a:rPr>
            <a:t> é executada localmente no Primário.</a:t>
          </a:r>
        </a:p>
      </dsp:txBody>
      <dsp:txXfrm>
        <a:off x="4560081" y="5993"/>
        <a:ext cx="1829282" cy="1097569"/>
      </dsp:txXfrm>
    </dsp:sp>
    <dsp:sp modelId="{AC4A7CBE-BC99-45B3-98D2-06C498283399}">
      <dsp:nvSpPr>
        <dsp:cNvPr id="0" name=""/>
        <dsp:cNvSpPr/>
      </dsp:nvSpPr>
      <dsp:spPr>
        <a:xfrm>
          <a:off x="1057636" y="1101763"/>
          <a:ext cx="6667103" cy="390134"/>
        </a:xfrm>
        <a:custGeom>
          <a:avLst/>
          <a:gdLst/>
          <a:ahLst/>
          <a:cxnLst/>
          <a:rect l="0" t="0" r="0" b="0"/>
          <a:pathLst>
            <a:path>
              <a:moveTo>
                <a:pt x="6667103" y="0"/>
              </a:moveTo>
              <a:lnTo>
                <a:pt x="6667103" y="212167"/>
              </a:lnTo>
              <a:lnTo>
                <a:pt x="0" y="212167"/>
              </a:lnTo>
              <a:lnTo>
                <a:pt x="0" y="390134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224179" y="1294724"/>
        <a:ext cx="334018" cy="4211"/>
      </dsp:txXfrm>
    </dsp:sp>
    <dsp:sp modelId="{4DD66C2D-46B0-44AA-8B2F-43437FA7FF19}">
      <dsp:nvSpPr>
        <dsp:cNvPr id="0" name=""/>
        <dsp:cNvSpPr/>
      </dsp:nvSpPr>
      <dsp:spPr>
        <a:xfrm>
          <a:off x="6810099" y="5993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1" i="0" u="none" strike="noStrike" kern="1200" cap="none" normalizeH="0" baseline="0" noProof="0" dirty="0">
              <a:effectLst/>
            </a:rPr>
            <a:t>2. Difusão da Alteração</a:t>
          </a:r>
          <a:endParaRPr kumimoji="0" lang="pt-PT" sz="1400" b="0" i="0" u="none" strike="noStrike" kern="1200" cap="none" normalizeH="0" baseline="0" noProof="0" dirty="0">
            <a:effectLst/>
          </a:endParaRPr>
        </a:p>
      </dsp:txBody>
      <dsp:txXfrm>
        <a:off x="6810099" y="5993"/>
        <a:ext cx="1829282" cy="1097569"/>
      </dsp:txXfrm>
    </dsp:sp>
    <dsp:sp modelId="{E5EC23AA-20FD-4072-8B01-8800D869A3FC}">
      <dsp:nvSpPr>
        <dsp:cNvPr id="0" name=""/>
        <dsp:cNvSpPr/>
      </dsp:nvSpPr>
      <dsp:spPr>
        <a:xfrm>
          <a:off x="2053426" y="2106590"/>
          <a:ext cx="390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134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2237975" y="2150205"/>
        <a:ext cx="21036" cy="4211"/>
      </dsp:txXfrm>
    </dsp:sp>
    <dsp:sp modelId="{714B830E-4810-4C70-BCE9-9942BBF561B3}">
      <dsp:nvSpPr>
        <dsp:cNvPr id="0" name=""/>
        <dsp:cNvSpPr/>
      </dsp:nvSpPr>
      <dsp:spPr>
        <a:xfrm>
          <a:off x="60046" y="1524298"/>
          <a:ext cx="1995180" cy="1256025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00075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FF7A00"/>
            </a:buClr>
            <a:buFont typeface="Arial" panose="020B0604020202020204" pitchFamily="34" charset="0"/>
            <a:buNone/>
          </a:pPr>
          <a:r>
            <a:rPr kumimoji="0" lang="pt-PT" sz="1350" b="0" i="0" u="none" strike="noStrike" kern="1200" cap="none" normalizeH="0" baseline="0" noProof="0" dirty="0">
              <a:effectLst/>
            </a:rPr>
            <a:t>O Primário envia um </a:t>
          </a:r>
          <a:r>
            <a:rPr kumimoji="0" lang="pt-PT" sz="1350" b="0" i="1" u="none" strike="noStrike" kern="1200" cap="none" normalizeH="0" baseline="0" noProof="0" dirty="0">
              <a:effectLst/>
            </a:rPr>
            <a:t>Heartbeat</a:t>
          </a:r>
          <a:r>
            <a:rPr kumimoji="0" lang="pt-PT" sz="1350" b="0" i="0" u="none" strike="noStrike" kern="1200" cap="none" normalizeH="0" baseline="0" noProof="0" dirty="0">
              <a:effectLst/>
            </a:rPr>
            <a:t> (Multicast):</a:t>
          </a:r>
        </a:p>
        <a:p>
          <a:pPr marL="114300" lvl="1" indent="-114300" algn="l" defTabSz="600075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FF7A00"/>
            </a:buClr>
            <a:buFont typeface="Arial" panose="020B0604020202020204" pitchFamily="34" charset="0"/>
            <a:buChar char="•"/>
          </a:pPr>
          <a:r>
            <a:rPr kumimoji="0" lang="pt-PT" sz="1350" b="1" i="0" u="none" strike="noStrike" kern="1200" cap="none" normalizeH="0" baseline="0" noProof="0" dirty="0">
              <a:effectLst/>
            </a:rPr>
            <a:t>Nova Versão da BD </a:t>
          </a:r>
          <a:r>
            <a:rPr kumimoji="0" lang="pt-PT" sz="1350" b="0" i="0" u="none" strike="noStrike" kern="1200" cap="none" normalizeH="0" baseline="0" noProof="0" dirty="0">
              <a:effectLst/>
            </a:rPr>
            <a:t>(+1).</a:t>
          </a:r>
        </a:p>
        <a:p>
          <a:pPr marL="114300" lvl="1" indent="-114300" algn="l" defTabSz="600075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FF7A00"/>
            </a:buClr>
            <a:buFont typeface="Arial" panose="020B0604020202020204" pitchFamily="34" charset="0"/>
            <a:buChar char="•"/>
          </a:pPr>
          <a:r>
            <a:rPr kumimoji="0" lang="pt-PT" sz="1350" b="1" i="0" u="none" strike="noStrike" kern="1200" cap="none" normalizeH="0" baseline="0" noProof="0" dirty="0">
              <a:effectLst/>
            </a:rPr>
            <a:t>A Query SQL</a:t>
          </a:r>
          <a:r>
            <a:rPr kumimoji="0" lang="pt-PT" sz="1350" b="0" i="0" u="none" strike="noStrike" kern="1200" cap="none" normalizeH="0" baseline="0" noProof="0" dirty="0">
              <a:effectLst/>
            </a:rPr>
            <a:t> replicável.</a:t>
          </a:r>
        </a:p>
      </dsp:txBody>
      <dsp:txXfrm>
        <a:off x="60046" y="1524298"/>
        <a:ext cx="1995180" cy="1256025"/>
      </dsp:txXfrm>
    </dsp:sp>
    <dsp:sp modelId="{9BA65E47-9630-491B-A059-0B28BC57114A}">
      <dsp:nvSpPr>
        <dsp:cNvPr id="0" name=""/>
        <dsp:cNvSpPr/>
      </dsp:nvSpPr>
      <dsp:spPr>
        <a:xfrm>
          <a:off x="4303444" y="2106590"/>
          <a:ext cx="390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134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487993" y="2150205"/>
        <a:ext cx="21036" cy="4211"/>
      </dsp:txXfrm>
    </dsp:sp>
    <dsp:sp modelId="{A4F4F51C-6721-497C-9573-7C70EBDFF17A}">
      <dsp:nvSpPr>
        <dsp:cNvPr id="0" name=""/>
        <dsp:cNvSpPr/>
      </dsp:nvSpPr>
      <dsp:spPr>
        <a:xfrm>
          <a:off x="2475961" y="1603526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1" i="0" u="none" strike="noStrike" kern="1200" cap="none" normalizeH="0" baseline="0" noProof="0" dirty="0">
              <a:effectLst/>
            </a:rPr>
            <a:t>3. Atualização Local (Primário)</a:t>
          </a:r>
          <a:endParaRPr kumimoji="0" lang="pt-PT" sz="1400" b="0" i="0" u="none" strike="noStrike" kern="1200" cap="none" normalizeH="0" baseline="0" noProof="0" dirty="0">
            <a:effectLst/>
          </a:endParaRPr>
        </a:p>
      </dsp:txBody>
      <dsp:txXfrm>
        <a:off x="2475961" y="1603526"/>
        <a:ext cx="1829282" cy="1097569"/>
      </dsp:txXfrm>
    </dsp:sp>
    <dsp:sp modelId="{8D552ED4-C192-44F0-82DD-BEFCFC12506B}">
      <dsp:nvSpPr>
        <dsp:cNvPr id="0" name=""/>
        <dsp:cNvSpPr/>
      </dsp:nvSpPr>
      <dsp:spPr>
        <a:xfrm>
          <a:off x="6553461" y="2106590"/>
          <a:ext cx="390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134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6738011" y="2150205"/>
        <a:ext cx="21036" cy="4211"/>
      </dsp:txXfrm>
    </dsp:sp>
    <dsp:sp modelId="{B1D73AE6-6ACA-49A9-A260-8DF0224EF095}">
      <dsp:nvSpPr>
        <dsp:cNvPr id="0" name=""/>
        <dsp:cNvSpPr/>
      </dsp:nvSpPr>
      <dsp:spPr>
        <a:xfrm>
          <a:off x="4725979" y="1603526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0" i="0" u="none" strike="noStrike" kern="1200" cap="none" normalizeH="0" baseline="0" noProof="0" dirty="0">
              <a:effectLst/>
            </a:rPr>
            <a:t>O Primário incrementa a sua versão da base de dados para refletir a mudança.</a:t>
          </a:r>
        </a:p>
      </dsp:txBody>
      <dsp:txXfrm>
        <a:off x="4725979" y="1603526"/>
        <a:ext cx="1829282" cy="1097569"/>
      </dsp:txXfrm>
    </dsp:sp>
    <dsp:sp modelId="{CBEB16B6-C265-459E-B871-BE0F9AD9C9C1}">
      <dsp:nvSpPr>
        <dsp:cNvPr id="0" name=""/>
        <dsp:cNvSpPr/>
      </dsp:nvSpPr>
      <dsp:spPr>
        <a:xfrm>
          <a:off x="974687" y="2699295"/>
          <a:ext cx="6915950" cy="469363"/>
        </a:xfrm>
        <a:custGeom>
          <a:avLst/>
          <a:gdLst/>
          <a:ahLst/>
          <a:cxnLst/>
          <a:rect l="0" t="0" r="0" b="0"/>
          <a:pathLst>
            <a:path>
              <a:moveTo>
                <a:pt x="6915950" y="0"/>
              </a:moveTo>
              <a:lnTo>
                <a:pt x="6915950" y="251781"/>
              </a:lnTo>
              <a:lnTo>
                <a:pt x="0" y="251781"/>
              </a:lnTo>
              <a:lnTo>
                <a:pt x="0" y="469363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259313" y="2931871"/>
        <a:ext cx="346699" cy="4211"/>
      </dsp:txXfrm>
    </dsp:sp>
    <dsp:sp modelId="{7A2F840D-583B-49AD-81CC-1D63A413DE33}">
      <dsp:nvSpPr>
        <dsp:cNvPr id="0" name=""/>
        <dsp:cNvSpPr/>
      </dsp:nvSpPr>
      <dsp:spPr>
        <a:xfrm>
          <a:off x="6975996" y="1603526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1" i="0" u="none" strike="noStrike" kern="1200" cap="none" normalizeH="0" baseline="0" noProof="0" dirty="0">
              <a:effectLst/>
            </a:rPr>
            <a:t>4. Aplicação nos Secundários</a:t>
          </a:r>
          <a:endParaRPr kumimoji="0" lang="pt-PT" sz="1400" b="0" i="0" u="none" strike="noStrike" kern="1200" cap="none" normalizeH="0" baseline="0" noProof="0" dirty="0">
            <a:effectLst/>
          </a:endParaRPr>
        </a:p>
      </dsp:txBody>
      <dsp:txXfrm>
        <a:off x="6975996" y="1603526"/>
        <a:ext cx="1829282" cy="1097569"/>
      </dsp:txXfrm>
    </dsp:sp>
    <dsp:sp modelId="{6FF6FD1B-668C-4670-B4D5-2CF1B9BE1102}">
      <dsp:nvSpPr>
        <dsp:cNvPr id="0" name=""/>
        <dsp:cNvSpPr/>
      </dsp:nvSpPr>
      <dsp:spPr>
        <a:xfrm>
          <a:off x="1887529" y="3714385"/>
          <a:ext cx="390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134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2072078" y="3758000"/>
        <a:ext cx="21036" cy="4211"/>
      </dsp:txXfrm>
    </dsp:sp>
    <dsp:sp modelId="{F0D770D6-11BB-4B9D-92E5-5CA78BFEEA94}">
      <dsp:nvSpPr>
        <dsp:cNvPr id="0" name=""/>
        <dsp:cNvSpPr/>
      </dsp:nvSpPr>
      <dsp:spPr>
        <a:xfrm>
          <a:off x="60046" y="3201058"/>
          <a:ext cx="1829282" cy="1118094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0" i="0" u="none" strike="noStrike" kern="1200" cap="none" normalizeH="0" baseline="0" noProof="0" dirty="0">
              <a:effectLst/>
            </a:rPr>
            <a:t>Cada servidor secundário recebe o </a:t>
          </a:r>
          <a:r>
            <a:rPr kumimoji="0" lang="pt-PT" sz="1400" b="0" i="1" u="none" strike="noStrike" kern="1200" cap="none" normalizeH="0" baseline="0" noProof="0" dirty="0">
              <a:effectLst/>
            </a:rPr>
            <a:t>heartbeat</a:t>
          </a:r>
          <a:r>
            <a:rPr kumimoji="0" lang="pt-PT" sz="1400" b="0" i="0" u="none" strike="noStrike" kern="1200" cap="none" normalizeH="0" baseline="0" noProof="0" dirty="0">
              <a:effectLst/>
            </a:rPr>
            <a:t> e valida: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FF7A00"/>
            </a:buClr>
            <a:buChar char="•"/>
          </a:pPr>
          <a:r>
            <a:rPr kumimoji="0" lang="pt-PT" sz="1400" b="0" i="0" u="none" strike="noStrike" kern="1200" cap="none" normalizeH="0" baseline="0" noProof="0" dirty="0">
              <a:effectLst/>
            </a:rPr>
            <a:t>Versão Recebida == Versão Local + 1?</a:t>
          </a:r>
        </a:p>
      </dsp:txBody>
      <dsp:txXfrm>
        <a:off x="60046" y="3201058"/>
        <a:ext cx="1829282" cy="1118094"/>
      </dsp:txXfrm>
    </dsp:sp>
    <dsp:sp modelId="{3B7E8B51-E2B3-42D9-89AC-0DAB4A04AAEE}">
      <dsp:nvSpPr>
        <dsp:cNvPr id="0" name=""/>
        <dsp:cNvSpPr/>
      </dsp:nvSpPr>
      <dsp:spPr>
        <a:xfrm>
          <a:off x="4137546" y="3714385"/>
          <a:ext cx="390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134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322095" y="3758000"/>
        <a:ext cx="21036" cy="4211"/>
      </dsp:txXfrm>
    </dsp:sp>
    <dsp:sp modelId="{D6F2A32B-552A-4E01-BA75-5FBB521BE390}">
      <dsp:nvSpPr>
        <dsp:cNvPr id="0" name=""/>
        <dsp:cNvSpPr/>
      </dsp:nvSpPr>
      <dsp:spPr>
        <a:xfrm>
          <a:off x="2310064" y="3211321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0" i="0" u="none" strike="noStrike" kern="1200" cap="none" normalizeH="0" baseline="0" noProof="0" dirty="0">
              <a:effectLst/>
            </a:rPr>
            <a:t>Se </a:t>
          </a:r>
          <a:r>
            <a:rPr kumimoji="0" lang="pt-PT" sz="1400" b="1" i="0" u="none" strike="noStrike" kern="1200" cap="none" normalizeH="0" baseline="0" noProof="0" dirty="0">
              <a:effectLst/>
            </a:rPr>
            <a:t>Sim:</a:t>
          </a:r>
          <a:r>
            <a:rPr kumimoji="0" lang="pt-PT" sz="1400" b="0" i="0" u="none" strike="noStrike" kern="1200" cap="none" normalizeH="0" baseline="0" noProof="0" dirty="0">
              <a:effectLst/>
            </a:rPr>
            <a:t> Executa a query e incrementa a versão local.</a:t>
          </a:r>
        </a:p>
      </dsp:txBody>
      <dsp:txXfrm>
        <a:off x="2310064" y="3211321"/>
        <a:ext cx="1829282" cy="1097569"/>
      </dsp:txXfrm>
    </dsp:sp>
    <dsp:sp modelId="{DC95BEAA-7E94-4FC3-B3CF-93C7BEC4A542}">
      <dsp:nvSpPr>
        <dsp:cNvPr id="0" name=""/>
        <dsp:cNvSpPr/>
      </dsp:nvSpPr>
      <dsp:spPr>
        <a:xfrm>
          <a:off x="6387564" y="3714385"/>
          <a:ext cx="390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134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6572113" y="3758000"/>
        <a:ext cx="21036" cy="4211"/>
      </dsp:txXfrm>
    </dsp:sp>
    <dsp:sp modelId="{55E87DF1-153A-48E2-B53B-D98D76A8B127}">
      <dsp:nvSpPr>
        <dsp:cNvPr id="0" name=""/>
        <dsp:cNvSpPr/>
      </dsp:nvSpPr>
      <dsp:spPr>
        <a:xfrm>
          <a:off x="4560081" y="3211321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0" i="0" u="none" strike="noStrike" kern="1200" cap="none" normalizeH="0" baseline="0" noProof="0" dirty="0">
              <a:effectLst/>
            </a:rPr>
            <a:t>Se </a:t>
          </a:r>
          <a:r>
            <a:rPr kumimoji="0" lang="pt-PT" sz="1400" b="1" i="0" u="none" strike="noStrike" kern="1200" cap="none" normalizeH="0" baseline="0" noProof="0" dirty="0">
              <a:effectLst/>
            </a:rPr>
            <a:t>Não:</a:t>
          </a:r>
          <a:r>
            <a:rPr kumimoji="0" lang="pt-PT" sz="1400" b="0" i="0" u="none" strike="noStrike" kern="1200" cap="none" normalizeH="0" baseline="0" noProof="0" dirty="0">
              <a:effectLst/>
            </a:rPr>
            <a:t> Deteta inconsistência.</a:t>
          </a:r>
        </a:p>
      </dsp:txBody>
      <dsp:txXfrm>
        <a:off x="4560081" y="3211321"/>
        <a:ext cx="1829282" cy="1097569"/>
      </dsp:txXfrm>
    </dsp:sp>
    <dsp:sp modelId="{F117714E-0E13-4DA0-91A9-2BF70DEC3B65}">
      <dsp:nvSpPr>
        <dsp:cNvPr id="0" name=""/>
        <dsp:cNvSpPr/>
      </dsp:nvSpPr>
      <dsp:spPr>
        <a:xfrm>
          <a:off x="4305033" y="4307090"/>
          <a:ext cx="3419706" cy="310594"/>
        </a:xfrm>
        <a:custGeom>
          <a:avLst/>
          <a:gdLst/>
          <a:ahLst/>
          <a:cxnLst/>
          <a:rect l="0" t="0" r="0" b="0"/>
          <a:pathLst>
            <a:path>
              <a:moveTo>
                <a:pt x="3419706" y="0"/>
              </a:moveTo>
              <a:lnTo>
                <a:pt x="3419706" y="172397"/>
              </a:lnTo>
              <a:lnTo>
                <a:pt x="0" y="172397"/>
              </a:lnTo>
              <a:lnTo>
                <a:pt x="0" y="310594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5928970" y="4460281"/>
        <a:ext cx="171834" cy="4211"/>
      </dsp:txXfrm>
    </dsp:sp>
    <dsp:sp modelId="{9B1794BD-8F15-4023-97E6-C74D733319B6}">
      <dsp:nvSpPr>
        <dsp:cNvPr id="0" name=""/>
        <dsp:cNvSpPr/>
      </dsp:nvSpPr>
      <dsp:spPr>
        <a:xfrm>
          <a:off x="6810099" y="3211321"/>
          <a:ext cx="1829282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1" i="0" u="none" strike="noStrike" kern="1200" cap="none" normalizeH="0" baseline="0" noProof="0" dirty="0">
              <a:effectLst/>
            </a:rPr>
            <a:t>5. Tratamento de Inconsistências</a:t>
          </a:r>
          <a:endParaRPr kumimoji="0" lang="pt-PT" sz="1400" b="0" i="0" u="none" strike="noStrike" kern="1200" cap="none" normalizeH="0" baseline="0" noProof="0" dirty="0">
            <a:effectLst/>
          </a:endParaRPr>
        </a:p>
      </dsp:txBody>
      <dsp:txXfrm>
        <a:off x="6810099" y="3211321"/>
        <a:ext cx="1829282" cy="1097569"/>
      </dsp:txXfrm>
    </dsp:sp>
    <dsp:sp modelId="{7671F54A-BCE9-4D0F-98C7-8DACB450044E}">
      <dsp:nvSpPr>
        <dsp:cNvPr id="0" name=""/>
        <dsp:cNvSpPr/>
      </dsp:nvSpPr>
      <dsp:spPr>
        <a:xfrm>
          <a:off x="2405223" y="4650084"/>
          <a:ext cx="3799621" cy="109756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PT" sz="1400" b="0" i="0" u="none" strike="noStrike" kern="1200" cap="none" normalizeH="0" baseline="0" noProof="0" dirty="0">
              <a:effectLst/>
            </a:rPr>
            <a:t>Se um secundário detetar um "salto" nas versões ou dados corrompidos: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FF7A00"/>
            </a:buClr>
            <a:buChar char="•"/>
          </a:pPr>
          <a:r>
            <a:rPr kumimoji="0" lang="pt-PT" sz="1400" b="0" i="0" u="none" strike="noStrike" kern="1200" cap="none" normalizeH="0" baseline="0" noProof="0" dirty="0">
              <a:effectLst/>
            </a:rPr>
            <a:t>Termina a execução imediatamente (Shutdown).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FF7A00"/>
            </a:buClr>
            <a:buChar char="•"/>
          </a:pPr>
          <a:r>
            <a:rPr kumimoji="0" lang="pt-PT" sz="1400" b="0" i="0" u="none" strike="noStrike" kern="1200" cap="none" normalizeH="0" baseline="0" noProof="0" dirty="0">
              <a:effectLst/>
            </a:rPr>
            <a:t>Informa a Diretoria (pedido UNREGISTER).</a:t>
          </a:r>
        </a:p>
      </dsp:txBody>
      <dsp:txXfrm>
        <a:off x="2405223" y="4650084"/>
        <a:ext cx="3799621" cy="10975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720BC-4BFD-457D-880B-58865629B993}">
      <dsp:nvSpPr>
        <dsp:cNvPr id="0" name=""/>
        <dsp:cNvSpPr/>
      </dsp:nvSpPr>
      <dsp:spPr>
        <a:xfrm>
          <a:off x="1871492" y="1012665"/>
          <a:ext cx="3988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87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2060190" y="1056236"/>
        <a:ext cx="21473" cy="4298"/>
      </dsp:txXfrm>
    </dsp:sp>
    <dsp:sp modelId="{7C47375A-DACE-44B1-98A5-06EB148A418F}">
      <dsp:nvSpPr>
        <dsp:cNvPr id="0" name=""/>
        <dsp:cNvSpPr/>
      </dsp:nvSpPr>
      <dsp:spPr>
        <a:xfrm>
          <a:off x="6025" y="498205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1. Perda de Ligação ao Servidor</a:t>
          </a:r>
          <a:endParaRPr lang="pt-PT" sz="1400" kern="1200" noProof="0" dirty="0"/>
        </a:p>
      </dsp:txBody>
      <dsp:txXfrm>
        <a:off x="6025" y="498205"/>
        <a:ext cx="1867266" cy="1120360"/>
      </dsp:txXfrm>
    </dsp:sp>
    <dsp:sp modelId="{C95E7FC6-3613-442E-8467-AC39EF353328}">
      <dsp:nvSpPr>
        <dsp:cNvPr id="0" name=""/>
        <dsp:cNvSpPr/>
      </dsp:nvSpPr>
      <dsp:spPr>
        <a:xfrm>
          <a:off x="4168230" y="1012665"/>
          <a:ext cx="3988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87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356929" y="1056236"/>
        <a:ext cx="21473" cy="4298"/>
      </dsp:txXfrm>
    </dsp:sp>
    <dsp:sp modelId="{C3AA31F2-CF5C-4117-889E-FA80BBD152A1}">
      <dsp:nvSpPr>
        <dsp:cNvPr id="0" name=""/>
        <dsp:cNvSpPr/>
      </dsp:nvSpPr>
      <dsp:spPr>
        <a:xfrm>
          <a:off x="2302763" y="498205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O cliente deteta que a ligação TCP ao Servidor Primário foi interrompida.</a:t>
          </a:r>
        </a:p>
      </dsp:txBody>
      <dsp:txXfrm>
        <a:off x="2302763" y="498205"/>
        <a:ext cx="1867266" cy="1120360"/>
      </dsp:txXfrm>
    </dsp:sp>
    <dsp:sp modelId="{DB15475B-4952-43DA-984A-14FAC55FA55B}">
      <dsp:nvSpPr>
        <dsp:cNvPr id="0" name=""/>
        <dsp:cNvSpPr/>
      </dsp:nvSpPr>
      <dsp:spPr>
        <a:xfrm>
          <a:off x="6464968" y="1012665"/>
          <a:ext cx="3988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87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6653667" y="1056236"/>
        <a:ext cx="21473" cy="4298"/>
      </dsp:txXfrm>
    </dsp:sp>
    <dsp:sp modelId="{091F1207-957B-470F-A250-28A3D8BAC9FD}">
      <dsp:nvSpPr>
        <dsp:cNvPr id="0" name=""/>
        <dsp:cNvSpPr/>
      </dsp:nvSpPr>
      <dsp:spPr>
        <a:xfrm>
          <a:off x="4599501" y="498205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2. Pedido ao Serviço de Diretoria</a:t>
          </a:r>
          <a:endParaRPr lang="pt-PT" sz="1400" kern="1200" noProof="0" dirty="0"/>
        </a:p>
      </dsp:txBody>
      <dsp:txXfrm>
        <a:off x="4599501" y="498205"/>
        <a:ext cx="1867266" cy="1120360"/>
      </dsp:txXfrm>
    </dsp:sp>
    <dsp:sp modelId="{3FAFB325-F2B5-4824-9247-B4CFE67C0EE0}">
      <dsp:nvSpPr>
        <dsp:cNvPr id="0" name=""/>
        <dsp:cNvSpPr/>
      </dsp:nvSpPr>
      <dsp:spPr>
        <a:xfrm>
          <a:off x="939658" y="1616765"/>
          <a:ext cx="6890214" cy="398871"/>
        </a:xfrm>
        <a:custGeom>
          <a:avLst/>
          <a:gdLst/>
          <a:ahLst/>
          <a:cxnLst/>
          <a:rect l="0" t="0" r="0" b="0"/>
          <a:pathLst>
            <a:path>
              <a:moveTo>
                <a:pt x="6890214" y="0"/>
              </a:moveTo>
              <a:lnTo>
                <a:pt x="6890214" y="216535"/>
              </a:lnTo>
              <a:lnTo>
                <a:pt x="0" y="216535"/>
              </a:lnTo>
              <a:lnTo>
                <a:pt x="0" y="398871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212176" y="1814051"/>
        <a:ext cx="345179" cy="4298"/>
      </dsp:txXfrm>
    </dsp:sp>
    <dsp:sp modelId="{F209EEC5-78F9-4C53-BCDD-B8466B1D60FD}">
      <dsp:nvSpPr>
        <dsp:cNvPr id="0" name=""/>
        <dsp:cNvSpPr/>
      </dsp:nvSpPr>
      <dsp:spPr>
        <a:xfrm>
          <a:off x="6896239" y="498205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O cliente envia novo pedido </a:t>
          </a:r>
          <a:r>
            <a:rPr lang="pt-PT" sz="1400" b="1" kern="1200" noProof="0" dirty="0"/>
            <a:t>REQUEST_SERVER</a:t>
          </a:r>
          <a:r>
            <a:rPr lang="pt-PT" sz="1400" kern="1200" noProof="0" dirty="0"/>
            <a:t> para obter o atual Servidor Primário.</a:t>
          </a:r>
        </a:p>
      </dsp:txBody>
      <dsp:txXfrm>
        <a:off x="6896239" y="498205"/>
        <a:ext cx="1867266" cy="1120360"/>
      </dsp:txXfrm>
    </dsp:sp>
    <dsp:sp modelId="{0E8CFF73-8A9E-42B3-A8AA-C70CEBB29185}">
      <dsp:nvSpPr>
        <dsp:cNvPr id="0" name=""/>
        <dsp:cNvSpPr/>
      </dsp:nvSpPr>
      <dsp:spPr>
        <a:xfrm>
          <a:off x="1871492" y="2562497"/>
          <a:ext cx="3988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87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2060190" y="2606067"/>
        <a:ext cx="21473" cy="4298"/>
      </dsp:txXfrm>
    </dsp:sp>
    <dsp:sp modelId="{CD7EAFF0-AE95-49A4-BA9D-E70892343683}">
      <dsp:nvSpPr>
        <dsp:cNvPr id="0" name=""/>
        <dsp:cNvSpPr/>
      </dsp:nvSpPr>
      <dsp:spPr>
        <a:xfrm>
          <a:off x="6025" y="2048036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3. Receção do Novo Primário</a:t>
          </a:r>
          <a:endParaRPr lang="pt-PT" sz="1400" kern="1200" noProof="0" dirty="0"/>
        </a:p>
      </dsp:txBody>
      <dsp:txXfrm>
        <a:off x="6025" y="2048036"/>
        <a:ext cx="1867266" cy="1120360"/>
      </dsp:txXfrm>
    </dsp:sp>
    <dsp:sp modelId="{2C256330-9AD5-4368-AA95-FE68BF3A29AB}">
      <dsp:nvSpPr>
        <dsp:cNvPr id="0" name=""/>
        <dsp:cNvSpPr/>
      </dsp:nvSpPr>
      <dsp:spPr>
        <a:xfrm>
          <a:off x="4168230" y="2562497"/>
          <a:ext cx="3988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87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356929" y="2606067"/>
        <a:ext cx="21473" cy="4298"/>
      </dsp:txXfrm>
    </dsp:sp>
    <dsp:sp modelId="{126C28EF-43D5-42C8-B9AA-1EA381B44206}">
      <dsp:nvSpPr>
        <dsp:cNvPr id="0" name=""/>
        <dsp:cNvSpPr/>
      </dsp:nvSpPr>
      <dsp:spPr>
        <a:xfrm>
          <a:off x="2302763" y="2048036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A Diretoria devolve o endereço IP e porto TCP do servidor que assumiu o papel de Primário.</a:t>
          </a:r>
        </a:p>
      </dsp:txBody>
      <dsp:txXfrm>
        <a:off x="2302763" y="2048036"/>
        <a:ext cx="1867266" cy="1120360"/>
      </dsp:txXfrm>
    </dsp:sp>
    <dsp:sp modelId="{4D32410F-B4E6-488F-B8E7-87668574516F}">
      <dsp:nvSpPr>
        <dsp:cNvPr id="0" name=""/>
        <dsp:cNvSpPr/>
      </dsp:nvSpPr>
      <dsp:spPr>
        <a:xfrm>
          <a:off x="6464968" y="2562497"/>
          <a:ext cx="3988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87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6653667" y="2606067"/>
        <a:ext cx="21473" cy="4298"/>
      </dsp:txXfrm>
    </dsp:sp>
    <dsp:sp modelId="{A395B8A5-6B37-4550-A9B2-F24E3FC5BF9F}">
      <dsp:nvSpPr>
        <dsp:cNvPr id="0" name=""/>
        <dsp:cNvSpPr/>
      </dsp:nvSpPr>
      <dsp:spPr>
        <a:xfrm>
          <a:off x="4599501" y="2048036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4. Reconexão</a:t>
          </a:r>
          <a:endParaRPr lang="pt-PT" sz="1400" kern="1200" noProof="0" dirty="0"/>
        </a:p>
      </dsp:txBody>
      <dsp:txXfrm>
        <a:off x="4599501" y="2048036"/>
        <a:ext cx="1867266" cy="1120360"/>
      </dsp:txXfrm>
    </dsp:sp>
    <dsp:sp modelId="{8D1B32DC-1AFA-4257-97AA-3A217B42282B}">
      <dsp:nvSpPr>
        <dsp:cNvPr id="0" name=""/>
        <dsp:cNvSpPr/>
      </dsp:nvSpPr>
      <dsp:spPr>
        <a:xfrm>
          <a:off x="939658" y="3166597"/>
          <a:ext cx="6890214" cy="398871"/>
        </a:xfrm>
        <a:custGeom>
          <a:avLst/>
          <a:gdLst/>
          <a:ahLst/>
          <a:cxnLst/>
          <a:rect l="0" t="0" r="0" b="0"/>
          <a:pathLst>
            <a:path>
              <a:moveTo>
                <a:pt x="6890214" y="0"/>
              </a:moveTo>
              <a:lnTo>
                <a:pt x="6890214" y="216535"/>
              </a:lnTo>
              <a:lnTo>
                <a:pt x="0" y="216535"/>
              </a:lnTo>
              <a:lnTo>
                <a:pt x="0" y="398871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4212176" y="3363883"/>
        <a:ext cx="345179" cy="4298"/>
      </dsp:txXfrm>
    </dsp:sp>
    <dsp:sp modelId="{506E2C99-93A5-464E-BCBA-9F0FBCFA87BB}">
      <dsp:nvSpPr>
        <dsp:cNvPr id="0" name=""/>
        <dsp:cNvSpPr/>
      </dsp:nvSpPr>
      <dsp:spPr>
        <a:xfrm>
          <a:off x="6896239" y="2048036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noProof="0" dirty="0"/>
            <a:t>O cliente estabelece automaticamente uma nova ligação TCP ao novo Primário — sem intervenção do utilizador.</a:t>
          </a:r>
        </a:p>
      </dsp:txBody>
      <dsp:txXfrm>
        <a:off x="6896239" y="2048036"/>
        <a:ext cx="1867266" cy="1120360"/>
      </dsp:txXfrm>
    </dsp:sp>
    <dsp:sp modelId="{33F7F759-FC6C-4796-838F-8E27D5248903}">
      <dsp:nvSpPr>
        <dsp:cNvPr id="0" name=""/>
        <dsp:cNvSpPr/>
      </dsp:nvSpPr>
      <dsp:spPr>
        <a:xfrm>
          <a:off x="1871492" y="4112328"/>
          <a:ext cx="3988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871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 noProof="0" dirty="0"/>
        </a:p>
      </dsp:txBody>
      <dsp:txXfrm>
        <a:off x="2060190" y="4155899"/>
        <a:ext cx="21473" cy="4298"/>
      </dsp:txXfrm>
    </dsp:sp>
    <dsp:sp modelId="{9AE7B543-E1E8-432C-96FD-7A616DC1AAFF}">
      <dsp:nvSpPr>
        <dsp:cNvPr id="0" name=""/>
        <dsp:cNvSpPr/>
      </dsp:nvSpPr>
      <dsp:spPr>
        <a:xfrm>
          <a:off x="6025" y="3597868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noProof="0" dirty="0"/>
            <a:t>5. Reposição da Sessão</a:t>
          </a:r>
          <a:endParaRPr lang="pt-PT" sz="1400" kern="1200" noProof="0" dirty="0"/>
        </a:p>
      </dsp:txBody>
      <dsp:txXfrm>
        <a:off x="6025" y="3597868"/>
        <a:ext cx="1867266" cy="1120360"/>
      </dsp:txXfrm>
    </dsp:sp>
    <dsp:sp modelId="{41F62772-F275-4924-957D-C65C7690FAE5}">
      <dsp:nvSpPr>
        <dsp:cNvPr id="0" name=""/>
        <dsp:cNvSpPr/>
      </dsp:nvSpPr>
      <dsp:spPr>
        <a:xfrm>
          <a:off x="2302763" y="3597868"/>
          <a:ext cx="1867266" cy="112036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98" tIns="96043" rIns="91498" bIns="9604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noProof="0" dirty="0"/>
            <a:t>O cliente reenvia autenticação/estado necessário e retoma a operação como se nada tivesse acontecido.</a:t>
          </a:r>
        </a:p>
      </dsp:txBody>
      <dsp:txXfrm>
        <a:off x="2302763" y="3597868"/>
        <a:ext cx="1867266" cy="11203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EC59E6-1DC1-4DBF-BD6A-5B3E3B55080E}">
      <dsp:nvSpPr>
        <dsp:cNvPr id="0" name=""/>
        <dsp:cNvSpPr/>
      </dsp:nvSpPr>
      <dsp:spPr>
        <a:xfrm>
          <a:off x="1858470" y="1071335"/>
          <a:ext cx="395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85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2045751" y="1114921"/>
        <a:ext cx="21324" cy="4269"/>
      </dsp:txXfrm>
    </dsp:sp>
    <dsp:sp modelId="{351434FA-3CB7-4D18-A4AA-17F75B3F313F}">
      <dsp:nvSpPr>
        <dsp:cNvPr id="0" name=""/>
        <dsp:cNvSpPr/>
      </dsp:nvSpPr>
      <dsp:spPr>
        <a:xfrm>
          <a:off x="5983" y="560769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 noProof="0" dirty="0"/>
            <a:t>1. Formato de Nomeação</a:t>
          </a:r>
          <a:endParaRPr lang="pt-PT" sz="1300" kern="1200" noProof="0" dirty="0"/>
        </a:p>
      </dsp:txBody>
      <dsp:txXfrm>
        <a:off x="5983" y="560769"/>
        <a:ext cx="1854286" cy="1112572"/>
      </dsp:txXfrm>
    </dsp:sp>
    <dsp:sp modelId="{5CA8639E-0273-4ACF-93CC-EAED5A0E0A15}">
      <dsp:nvSpPr>
        <dsp:cNvPr id="0" name=""/>
        <dsp:cNvSpPr/>
      </dsp:nvSpPr>
      <dsp:spPr>
        <a:xfrm>
          <a:off x="4139243" y="1071335"/>
          <a:ext cx="395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85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4326523" y="1114921"/>
        <a:ext cx="21324" cy="4269"/>
      </dsp:txXfrm>
    </dsp:sp>
    <dsp:sp modelId="{23A7C431-D44D-4877-B0C6-FA93DFF7E4E9}">
      <dsp:nvSpPr>
        <dsp:cNvPr id="0" name=""/>
        <dsp:cNvSpPr/>
      </dsp:nvSpPr>
      <dsp:spPr>
        <a:xfrm>
          <a:off x="2286756" y="560769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 noProof="0" dirty="0"/>
            <a:t>Padrão:</a:t>
          </a:r>
          <a:r>
            <a:rPr lang="pt-PT" sz="1300" kern="1200" noProof="0" dirty="0"/>
            <a:t> data_&lt;</a:t>
          </a:r>
          <a:r>
            <a:rPr lang="pt-PT" sz="1300" kern="1200" noProof="0" dirty="0" err="1"/>
            <a:t>portoTCP</a:t>
          </a:r>
          <a:r>
            <a:rPr lang="pt-PT" sz="1300" kern="1200" noProof="0" dirty="0"/>
            <a:t>&gt;_&lt;timestamp&gt;.</a:t>
          </a:r>
          <a:r>
            <a:rPr lang="pt-PT" sz="1300" kern="1200" noProof="0" dirty="0" err="1"/>
            <a:t>db</a:t>
          </a:r>
          <a:endParaRPr lang="pt-PT" sz="1300" kern="1200" noProof="0" dirty="0"/>
        </a:p>
      </dsp:txBody>
      <dsp:txXfrm>
        <a:off x="2286756" y="560769"/>
        <a:ext cx="1854286" cy="1112572"/>
      </dsp:txXfrm>
    </dsp:sp>
    <dsp:sp modelId="{8B63D220-9095-41CF-A571-0613601DE9A4}">
      <dsp:nvSpPr>
        <dsp:cNvPr id="0" name=""/>
        <dsp:cNvSpPr/>
      </dsp:nvSpPr>
      <dsp:spPr>
        <a:xfrm>
          <a:off x="6420015" y="1071335"/>
          <a:ext cx="395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85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6607296" y="1114921"/>
        <a:ext cx="21324" cy="4269"/>
      </dsp:txXfrm>
    </dsp:sp>
    <dsp:sp modelId="{869C135A-7A1F-40F9-A223-D3CECCF3EC10}">
      <dsp:nvSpPr>
        <dsp:cNvPr id="0" name=""/>
        <dsp:cNvSpPr/>
      </dsp:nvSpPr>
      <dsp:spPr>
        <a:xfrm>
          <a:off x="4567528" y="560769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 noProof="0" dirty="0"/>
            <a:t>Exemplo:</a:t>
          </a:r>
          <a:r>
            <a:rPr lang="pt-PT" sz="1300" kern="1200" noProof="0" dirty="0"/>
            <a:t> data_8080_170188293.db</a:t>
          </a:r>
        </a:p>
      </dsp:txBody>
      <dsp:txXfrm>
        <a:off x="4567528" y="560769"/>
        <a:ext cx="1854286" cy="1112572"/>
      </dsp:txXfrm>
    </dsp:sp>
    <dsp:sp modelId="{E0B2AC40-53E4-408B-8C44-FBEA2C064A54}">
      <dsp:nvSpPr>
        <dsp:cNvPr id="0" name=""/>
        <dsp:cNvSpPr/>
      </dsp:nvSpPr>
      <dsp:spPr>
        <a:xfrm>
          <a:off x="933126" y="1671541"/>
          <a:ext cx="6842318" cy="395885"/>
        </a:xfrm>
        <a:custGeom>
          <a:avLst/>
          <a:gdLst/>
          <a:ahLst/>
          <a:cxnLst/>
          <a:rect l="0" t="0" r="0" b="0"/>
          <a:pathLst>
            <a:path>
              <a:moveTo>
                <a:pt x="6842318" y="0"/>
              </a:moveTo>
              <a:lnTo>
                <a:pt x="6842318" y="215042"/>
              </a:lnTo>
              <a:lnTo>
                <a:pt x="0" y="215042"/>
              </a:lnTo>
              <a:lnTo>
                <a:pt x="0" y="395885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4182896" y="1867350"/>
        <a:ext cx="342779" cy="4269"/>
      </dsp:txXfrm>
    </dsp:sp>
    <dsp:sp modelId="{ACE8FD03-8E8A-473B-A331-25A4F447EB7D}">
      <dsp:nvSpPr>
        <dsp:cNvPr id="0" name=""/>
        <dsp:cNvSpPr/>
      </dsp:nvSpPr>
      <dsp:spPr>
        <a:xfrm>
          <a:off x="6848301" y="560769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 noProof="0" dirty="0"/>
            <a:t>Objetivo:</a:t>
          </a:r>
          <a:r>
            <a:rPr lang="pt-PT" sz="1300" kern="1200" noProof="0" dirty="0"/>
            <a:t> garantir unicidade e evitar colisão com ficheiros antigos.</a:t>
          </a:r>
        </a:p>
      </dsp:txBody>
      <dsp:txXfrm>
        <a:off x="6848301" y="560769"/>
        <a:ext cx="1854286" cy="1112572"/>
      </dsp:txXfrm>
    </dsp:sp>
    <dsp:sp modelId="{A7C26287-3701-4985-BE43-7791D27F3709}">
      <dsp:nvSpPr>
        <dsp:cNvPr id="0" name=""/>
        <dsp:cNvSpPr/>
      </dsp:nvSpPr>
      <dsp:spPr>
        <a:xfrm>
          <a:off x="1858470" y="2610394"/>
          <a:ext cx="395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85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2045751" y="2653979"/>
        <a:ext cx="21324" cy="4269"/>
      </dsp:txXfrm>
    </dsp:sp>
    <dsp:sp modelId="{A2B14978-7445-413C-8A36-E8FE5D969AFC}">
      <dsp:nvSpPr>
        <dsp:cNvPr id="0" name=""/>
        <dsp:cNvSpPr/>
      </dsp:nvSpPr>
      <dsp:spPr>
        <a:xfrm>
          <a:off x="5983" y="2099827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 noProof="0" dirty="0"/>
            <a:t>2. Estratégia de Criação</a:t>
          </a:r>
          <a:endParaRPr lang="pt-PT" sz="1300" kern="1200" noProof="0" dirty="0"/>
        </a:p>
      </dsp:txBody>
      <dsp:txXfrm>
        <a:off x="5983" y="2099827"/>
        <a:ext cx="1854286" cy="1112572"/>
      </dsp:txXfrm>
    </dsp:sp>
    <dsp:sp modelId="{B6FD5EA3-0DD4-4F5A-97E7-B3F0D4AD609B}">
      <dsp:nvSpPr>
        <dsp:cNvPr id="0" name=""/>
        <dsp:cNvSpPr/>
      </dsp:nvSpPr>
      <dsp:spPr>
        <a:xfrm>
          <a:off x="4139243" y="2610394"/>
          <a:ext cx="395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85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4326523" y="2653979"/>
        <a:ext cx="21324" cy="4269"/>
      </dsp:txXfrm>
    </dsp:sp>
    <dsp:sp modelId="{E571DB7A-2C8E-41E2-81EB-3FE1767ABF22}">
      <dsp:nvSpPr>
        <dsp:cNvPr id="0" name=""/>
        <dsp:cNvSpPr/>
      </dsp:nvSpPr>
      <dsp:spPr>
        <a:xfrm>
          <a:off x="2286756" y="2099827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 noProof="0" dirty="0"/>
            <a:t>Servidor Primário:</a:t>
          </a:r>
          <a:endParaRPr lang="pt-PT" sz="1300" kern="1200" noProof="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FF7A00"/>
            </a:buClr>
            <a:buChar char="•"/>
          </a:pPr>
          <a:r>
            <a:rPr lang="pt-PT" sz="1300" kern="1200" noProof="0" dirty="0"/>
            <a:t>Se existir ficheiro, usa o mais recente.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FF7A00"/>
            </a:buClr>
            <a:buChar char="•"/>
          </a:pPr>
          <a:r>
            <a:rPr lang="pt-PT" sz="1300" kern="1200" noProof="0" dirty="0"/>
            <a:t>Se não existir, cria novo ficheiro.</a:t>
          </a:r>
        </a:p>
      </dsp:txBody>
      <dsp:txXfrm>
        <a:off x="2286756" y="2099827"/>
        <a:ext cx="1854286" cy="1112572"/>
      </dsp:txXfrm>
    </dsp:sp>
    <dsp:sp modelId="{2702A41C-1652-4417-A120-4C7DA0EEAE7D}">
      <dsp:nvSpPr>
        <dsp:cNvPr id="0" name=""/>
        <dsp:cNvSpPr/>
      </dsp:nvSpPr>
      <dsp:spPr>
        <a:xfrm>
          <a:off x="6420015" y="2610394"/>
          <a:ext cx="395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85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6607296" y="2653979"/>
        <a:ext cx="21324" cy="4269"/>
      </dsp:txXfrm>
    </dsp:sp>
    <dsp:sp modelId="{41A71C11-1EBA-4086-B853-BCFB2FCA4875}">
      <dsp:nvSpPr>
        <dsp:cNvPr id="0" name=""/>
        <dsp:cNvSpPr/>
      </dsp:nvSpPr>
      <dsp:spPr>
        <a:xfrm>
          <a:off x="4567528" y="2099827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 noProof="0" dirty="0"/>
            <a:t>Servidor Secundário:</a:t>
          </a:r>
          <a:endParaRPr lang="pt-PT" sz="1200" kern="1200" noProof="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FF7A00"/>
            </a:buClr>
            <a:buChar char="•"/>
          </a:pPr>
          <a:r>
            <a:rPr lang="pt-PT" sz="1200" kern="1200" noProof="0" dirty="0"/>
            <a:t>Recebe a BD do Primário durante a sincronização.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FF7A00"/>
            </a:buClr>
            <a:buChar char="•"/>
          </a:pPr>
          <a:r>
            <a:rPr lang="pt-PT" sz="1200" kern="1200" noProof="0" dirty="0"/>
            <a:t>Cria um ficheiro novo com timestamp único.</a:t>
          </a:r>
        </a:p>
      </dsp:txBody>
      <dsp:txXfrm>
        <a:off x="4567528" y="2099827"/>
        <a:ext cx="1854286" cy="1112572"/>
      </dsp:txXfrm>
    </dsp:sp>
    <dsp:sp modelId="{2BE2A5D1-5F0D-41E2-9F7F-D5EC10F00C7D}">
      <dsp:nvSpPr>
        <dsp:cNvPr id="0" name=""/>
        <dsp:cNvSpPr/>
      </dsp:nvSpPr>
      <dsp:spPr>
        <a:xfrm>
          <a:off x="933126" y="3210600"/>
          <a:ext cx="6842318" cy="395885"/>
        </a:xfrm>
        <a:custGeom>
          <a:avLst/>
          <a:gdLst/>
          <a:ahLst/>
          <a:cxnLst/>
          <a:rect l="0" t="0" r="0" b="0"/>
          <a:pathLst>
            <a:path>
              <a:moveTo>
                <a:pt x="6842318" y="0"/>
              </a:moveTo>
              <a:lnTo>
                <a:pt x="6842318" y="215042"/>
              </a:lnTo>
              <a:lnTo>
                <a:pt x="0" y="215042"/>
              </a:lnTo>
              <a:lnTo>
                <a:pt x="0" y="395885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4182896" y="3406408"/>
        <a:ext cx="342779" cy="4269"/>
      </dsp:txXfrm>
    </dsp:sp>
    <dsp:sp modelId="{48F6581F-D3B5-4DC9-B7C0-A9FEF0097AAE}">
      <dsp:nvSpPr>
        <dsp:cNvPr id="0" name=""/>
        <dsp:cNvSpPr/>
      </dsp:nvSpPr>
      <dsp:spPr>
        <a:xfrm>
          <a:off x="6848301" y="2099827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 noProof="0" dirty="0"/>
            <a:t>3. Controlo de Versões</a:t>
          </a:r>
          <a:endParaRPr lang="pt-PT" sz="1300" kern="1200" noProof="0" dirty="0"/>
        </a:p>
      </dsp:txBody>
      <dsp:txXfrm>
        <a:off x="6848301" y="2099827"/>
        <a:ext cx="1854286" cy="1112572"/>
      </dsp:txXfrm>
    </dsp:sp>
    <dsp:sp modelId="{597D6ADF-A54A-44D4-B941-31D6A6A380C9}">
      <dsp:nvSpPr>
        <dsp:cNvPr id="0" name=""/>
        <dsp:cNvSpPr/>
      </dsp:nvSpPr>
      <dsp:spPr>
        <a:xfrm>
          <a:off x="1858470" y="4149452"/>
          <a:ext cx="395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85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2045751" y="4193037"/>
        <a:ext cx="21324" cy="4269"/>
      </dsp:txXfrm>
    </dsp:sp>
    <dsp:sp modelId="{68B28B33-7C89-4576-9E95-F16622C2519F}">
      <dsp:nvSpPr>
        <dsp:cNvPr id="0" name=""/>
        <dsp:cNvSpPr/>
      </dsp:nvSpPr>
      <dsp:spPr>
        <a:xfrm>
          <a:off x="5983" y="3638886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noProof="0" dirty="0"/>
            <a:t>A </a:t>
          </a:r>
          <a:r>
            <a:rPr lang="pt-PT" sz="1300" b="1" kern="1200" noProof="0" dirty="0"/>
            <a:t>versão não aparece no nome do ficheiro</a:t>
          </a:r>
          <a:r>
            <a:rPr lang="pt-PT" sz="1300" kern="1200" noProof="0" dirty="0"/>
            <a:t>.</a:t>
          </a:r>
        </a:p>
      </dsp:txBody>
      <dsp:txXfrm>
        <a:off x="5983" y="3638886"/>
        <a:ext cx="1854286" cy="1112572"/>
      </dsp:txXfrm>
    </dsp:sp>
    <dsp:sp modelId="{CACBF9CC-EC3C-4E28-ABB1-48DDF6A775FF}">
      <dsp:nvSpPr>
        <dsp:cNvPr id="0" name=""/>
        <dsp:cNvSpPr/>
      </dsp:nvSpPr>
      <dsp:spPr>
        <a:xfrm>
          <a:off x="4139243" y="4149452"/>
          <a:ext cx="395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85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4326523" y="4193037"/>
        <a:ext cx="21324" cy="4269"/>
      </dsp:txXfrm>
    </dsp:sp>
    <dsp:sp modelId="{1BD7B12B-AB10-40F4-9F4E-A1209D7B9F3A}">
      <dsp:nvSpPr>
        <dsp:cNvPr id="0" name=""/>
        <dsp:cNvSpPr/>
      </dsp:nvSpPr>
      <dsp:spPr>
        <a:xfrm>
          <a:off x="2286756" y="3638886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noProof="0" dirty="0"/>
            <a:t>A versão é guardada internamente na tabela </a:t>
          </a:r>
          <a:r>
            <a:rPr lang="pt-PT" sz="1300" b="1" kern="1200" noProof="0" dirty="0"/>
            <a:t>config</a:t>
          </a:r>
          <a:r>
            <a:rPr lang="pt-PT" sz="1300" kern="1200" noProof="0" dirty="0"/>
            <a:t>.</a:t>
          </a:r>
        </a:p>
      </dsp:txBody>
      <dsp:txXfrm>
        <a:off x="2286756" y="3638886"/>
        <a:ext cx="1854286" cy="1112572"/>
      </dsp:txXfrm>
    </dsp:sp>
    <dsp:sp modelId="{B417C93E-3DF2-4C86-95F0-27B392A490DC}">
      <dsp:nvSpPr>
        <dsp:cNvPr id="0" name=""/>
        <dsp:cNvSpPr/>
      </dsp:nvSpPr>
      <dsp:spPr>
        <a:xfrm>
          <a:off x="6420015" y="4149452"/>
          <a:ext cx="395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85" y="4572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  <a:tailEnd type="arrow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noProof="0" dirty="0"/>
        </a:p>
      </dsp:txBody>
      <dsp:txXfrm>
        <a:off x="6607296" y="4193037"/>
        <a:ext cx="21324" cy="4269"/>
      </dsp:txXfrm>
    </dsp:sp>
    <dsp:sp modelId="{8AB7EAAA-FA59-4A18-AAF5-6B64B92A1443}">
      <dsp:nvSpPr>
        <dsp:cNvPr id="0" name=""/>
        <dsp:cNvSpPr/>
      </dsp:nvSpPr>
      <dsp:spPr>
        <a:xfrm>
          <a:off x="4567528" y="3638886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noProof="0" dirty="0"/>
            <a:t>É incrementada a cada escrita e enviada nos heartbeats.</a:t>
          </a:r>
        </a:p>
      </dsp:txBody>
      <dsp:txXfrm>
        <a:off x="4567528" y="3638886"/>
        <a:ext cx="1854286" cy="1112572"/>
      </dsp:txXfrm>
    </dsp:sp>
    <dsp:sp modelId="{C2F57C85-D0D1-461D-9D63-FCB088793098}">
      <dsp:nvSpPr>
        <dsp:cNvPr id="0" name=""/>
        <dsp:cNvSpPr/>
      </dsp:nvSpPr>
      <dsp:spPr>
        <a:xfrm>
          <a:off x="6848301" y="3638886"/>
          <a:ext cx="1854286" cy="111257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0862" tIns="95375" rIns="90862" bIns="953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noProof="0" dirty="0"/>
            <a:t>Permite detetar divergências e acionar sincronização.</a:t>
          </a:r>
        </a:p>
      </dsp:txBody>
      <dsp:txXfrm>
        <a:off x="6848301" y="3638886"/>
        <a:ext cx="1854286" cy="11125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18E47-BD32-487D-85AD-B0D74E30367A}">
      <dsp:nvSpPr>
        <dsp:cNvPr id="0" name=""/>
        <dsp:cNvSpPr/>
      </dsp:nvSpPr>
      <dsp:spPr>
        <a:xfrm>
          <a:off x="341781" y="956877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E0C4D-696C-4F88-9B60-F03BA89753DB}">
      <dsp:nvSpPr>
        <dsp:cNvPr id="0" name=""/>
        <dsp:cNvSpPr/>
      </dsp:nvSpPr>
      <dsp:spPr>
        <a:xfrm>
          <a:off x="568240" y="1183336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32308-35CC-4EF2-A019-03C97F9516F5}">
      <dsp:nvSpPr>
        <dsp:cNvPr id="0" name=""/>
        <dsp:cNvSpPr/>
      </dsp:nvSpPr>
      <dsp:spPr>
        <a:xfrm>
          <a:off x="2092" y="2350471"/>
          <a:ext cx="1741992" cy="1045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1600" b="1" kern="1200" noProof="0" dirty="0"/>
            <a:t>TCP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1600" kern="1200" cap="none" noProof="0" dirty="0"/>
            <a:t>Cliente-Servidor Transferência BD</a:t>
          </a:r>
        </a:p>
      </dsp:txBody>
      <dsp:txXfrm>
        <a:off x="2092" y="2350471"/>
        <a:ext cx="1741992" cy="1045195"/>
      </dsp:txXfrm>
    </dsp:sp>
    <dsp:sp modelId="{213C5A9C-7CFD-44E3-ADE9-B7F9A3225E0B}">
      <dsp:nvSpPr>
        <dsp:cNvPr id="0" name=""/>
        <dsp:cNvSpPr/>
      </dsp:nvSpPr>
      <dsp:spPr>
        <a:xfrm>
          <a:off x="2388621" y="956877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F97B4-6D8F-4FE4-BBA8-40B06EDD4675}">
      <dsp:nvSpPr>
        <dsp:cNvPr id="0" name=""/>
        <dsp:cNvSpPr/>
      </dsp:nvSpPr>
      <dsp:spPr>
        <a:xfrm>
          <a:off x="2615080" y="1183336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CD09C-F2BA-4197-AAA7-EAEEDBDEEE00}">
      <dsp:nvSpPr>
        <dsp:cNvPr id="0" name=""/>
        <dsp:cNvSpPr/>
      </dsp:nvSpPr>
      <dsp:spPr>
        <a:xfrm>
          <a:off x="2048933" y="2350471"/>
          <a:ext cx="1741992" cy="1045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1600" b="1" kern="1200" noProof="0" dirty="0"/>
            <a:t>UDP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1600" kern="1200" cap="none" noProof="0" dirty="0"/>
            <a:t>Diretoria</a:t>
          </a:r>
          <a:endParaRPr lang="pt-PT" sz="1600" kern="1200" noProof="0" dirty="0"/>
        </a:p>
      </dsp:txBody>
      <dsp:txXfrm>
        <a:off x="2048933" y="2350471"/>
        <a:ext cx="1741992" cy="1045195"/>
      </dsp:txXfrm>
    </dsp:sp>
    <dsp:sp modelId="{B43DA326-6971-43B1-ABAB-FA5603571AD8}">
      <dsp:nvSpPr>
        <dsp:cNvPr id="0" name=""/>
        <dsp:cNvSpPr/>
      </dsp:nvSpPr>
      <dsp:spPr>
        <a:xfrm>
          <a:off x="4435462" y="956877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A293F-285F-4460-BCCA-532B598A53D6}">
      <dsp:nvSpPr>
        <dsp:cNvPr id="0" name=""/>
        <dsp:cNvSpPr/>
      </dsp:nvSpPr>
      <dsp:spPr>
        <a:xfrm>
          <a:off x="4661921" y="1183336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2634C-8B21-41D2-B19C-8D888790989C}">
      <dsp:nvSpPr>
        <dsp:cNvPr id="0" name=""/>
        <dsp:cNvSpPr/>
      </dsp:nvSpPr>
      <dsp:spPr>
        <a:xfrm>
          <a:off x="4095774" y="2350471"/>
          <a:ext cx="1741992" cy="1045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1600" b="1" kern="1200" noProof="0" dirty="0"/>
            <a:t>Multicast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  <a:defRPr cap="all"/>
          </a:pPr>
          <a:r>
            <a:rPr lang="pt-PT" sz="1600" kern="1200" cap="none" noProof="0" dirty="0"/>
            <a:t> Heartbeats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  <a:defRPr cap="all"/>
          </a:pPr>
          <a:r>
            <a:rPr lang="pt-PT" sz="1600" kern="1200" noProof="0" dirty="0"/>
            <a:t>+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1600" kern="1200" cap="none" noProof="0" dirty="0"/>
            <a:t>Queries </a:t>
          </a:r>
          <a:r>
            <a:rPr lang="pt-PT" sz="1600" kern="1200" noProof="0" dirty="0"/>
            <a:t>SQL</a:t>
          </a:r>
        </a:p>
      </dsp:txBody>
      <dsp:txXfrm>
        <a:off x="4095774" y="2350471"/>
        <a:ext cx="1741992" cy="1045195"/>
      </dsp:txXfrm>
    </dsp:sp>
    <dsp:sp modelId="{8A7672E9-215D-4362-A4C4-79A4E372AD75}">
      <dsp:nvSpPr>
        <dsp:cNvPr id="0" name=""/>
        <dsp:cNvSpPr/>
      </dsp:nvSpPr>
      <dsp:spPr>
        <a:xfrm>
          <a:off x="6482303" y="956877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F0AA0A-1D5C-4F56-B5CA-94080AD1F3FB}">
      <dsp:nvSpPr>
        <dsp:cNvPr id="0" name=""/>
        <dsp:cNvSpPr/>
      </dsp:nvSpPr>
      <dsp:spPr>
        <a:xfrm>
          <a:off x="6708762" y="1183336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8B774-73E0-418F-B8F3-2E03CA318DDD}">
      <dsp:nvSpPr>
        <dsp:cNvPr id="0" name=""/>
        <dsp:cNvSpPr/>
      </dsp:nvSpPr>
      <dsp:spPr>
        <a:xfrm>
          <a:off x="6142615" y="2350471"/>
          <a:ext cx="1741992" cy="1045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1600" b="1" kern="1200" noProof="0" dirty="0"/>
            <a:t>Serialização de objetos</a:t>
          </a:r>
        </a:p>
      </dsp:txBody>
      <dsp:txXfrm>
        <a:off x="6142615" y="2350471"/>
        <a:ext cx="1741992" cy="10451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74635-733A-4B5F-92C0-3ACDFC8D0A6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89C0D-AC0A-4AE0-AA85-4B0F9B37B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52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9C0D-AC0A-4AE0-AA85-4B0F9B37BA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77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9C0D-AC0A-4AE0-AA85-4B0F9B37BA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28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360D0-6E3A-654E-2270-2A9112F72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179CF-9C07-2DB6-E7D6-8D268B3C9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9A018-9FBC-0B0E-F4CC-018C843F5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6CB49-CAF4-C7B4-20CD-726B6023A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9C0D-AC0A-4AE0-AA85-4B0F9B37BA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8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orange text&#10;&#10;AI-generated content may be incorrect.">
            <a:extLst>
              <a:ext uri="{FF2B5EF4-FFF2-40B4-BE49-F238E27FC236}">
                <a16:creationId xmlns:a16="http://schemas.microsoft.com/office/drawing/2014/main" id="{1529560C-B298-3907-02E9-E8DFEC72FE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1" r="15029" b="2"/>
          <a:stretch>
            <a:fillRect/>
          </a:stretch>
        </p:blipFill>
        <p:spPr>
          <a:xfrm>
            <a:off x="2155431" y="853110"/>
            <a:ext cx="4829691" cy="22191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156A51-BE4F-DE19-C191-528F60932ADC}"/>
              </a:ext>
            </a:extLst>
          </p:cNvPr>
          <p:cNvSpPr txBox="1"/>
          <p:nvPr/>
        </p:nvSpPr>
        <p:spPr>
          <a:xfrm>
            <a:off x="2547370" y="5067572"/>
            <a:ext cx="3724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PT" sz="2400" noProof="0" dirty="0"/>
              <a:t>Dario Santos 	  2021110772</a:t>
            </a:r>
            <a:br>
              <a:rPr lang="pt-PT" sz="2400" noProof="0" dirty="0"/>
            </a:br>
            <a:r>
              <a:rPr lang="pt-PT" sz="2400" noProof="0" dirty="0"/>
              <a:t>Evilania Lima 	  2021125566</a:t>
            </a:r>
            <a:br>
              <a:rPr lang="pt-PT" sz="2400" noProof="0" dirty="0"/>
            </a:br>
            <a:r>
              <a:rPr lang="pt-PT" sz="2400" noProof="0" dirty="0"/>
              <a:t>José Bastos 	  2021127160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A2323-8AD8-42A2-997A-D90F60FBB3D7}"/>
              </a:ext>
            </a:extLst>
          </p:cNvPr>
          <p:cNvSpPr txBox="1"/>
          <p:nvPr/>
        </p:nvSpPr>
        <p:spPr>
          <a:xfrm>
            <a:off x="1299316" y="3713677"/>
            <a:ext cx="6541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PT" sz="3200" b="1" noProof="0" dirty="0"/>
              <a:t>Programação Distribuída - 2025/2026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AD1E69-CE74-3A97-5B0A-692E9F36EE7E}"/>
              </a:ext>
            </a:extLst>
          </p:cNvPr>
          <p:cNvCxnSpPr>
            <a:cxnSpLocks/>
          </p:cNvCxnSpPr>
          <p:nvPr/>
        </p:nvCxnSpPr>
        <p:spPr>
          <a:xfrm>
            <a:off x="1824567" y="4859867"/>
            <a:ext cx="5494867" cy="0"/>
          </a:xfrm>
          <a:prstGeom prst="line">
            <a:avLst/>
          </a:prstGeom>
          <a:ln w="57150">
            <a:solidFill>
              <a:srgbClr val="FF7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59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7" name="Rectangle 211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86929"/>
            <a:ext cx="9144001" cy="15002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pt-PT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Introdução</a:t>
            </a:r>
          </a:p>
        </p:txBody>
      </p:sp>
      <p:grpSp>
        <p:nvGrpSpPr>
          <p:cNvPr id="2119" name="Group 211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120" name="Rectangle 211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</p:grpSp>
      <p:sp>
        <p:nvSpPr>
          <p:cNvPr id="2123" name="Rectangle 21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B5A46C-5A8B-FBA2-48BA-5588EE16CCF6}"/>
              </a:ext>
            </a:extLst>
          </p:cNvPr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b="1" noProof="0" dirty="0"/>
              <a:t>Sistema distribuído tolerante a falhas</a:t>
            </a:r>
            <a:r>
              <a:rPr lang="pt-PT" sz="2400" noProof="0" dirty="0"/>
              <a:t>, com Servidor      Primário e Servidores Secundários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b="1" noProof="0" dirty="0"/>
              <a:t>Dois perfis de utilizador</a:t>
            </a:r>
            <a:r>
              <a:rPr lang="pt-PT" sz="2400" noProof="0" dirty="0"/>
              <a:t>: Docente e Estudante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b="1" noProof="0" dirty="0"/>
              <a:t>Comunicação híbrida</a:t>
            </a:r>
            <a:r>
              <a:rPr lang="pt-PT" sz="2400" noProof="0" dirty="0"/>
              <a:t>: TCP, UDP e Multicast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b="1" noProof="0" dirty="0"/>
              <a:t>Base de dados SQLite local</a:t>
            </a:r>
            <a:r>
              <a:rPr lang="pt-PT" sz="2400" noProof="0" dirty="0"/>
              <a:t>, com sincronização   automática entre servidores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b="1" noProof="0" dirty="0"/>
              <a:t>Promoção automática de um servidor secundário</a:t>
            </a:r>
            <a:r>
              <a:rPr lang="pt-PT" sz="2400" noProof="0" dirty="0"/>
              <a:t> quando ocorre uma falha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036"/>
            <a:ext cx="3886200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pt-PT" sz="3600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Arquitetura Geral</a:t>
            </a:r>
          </a:p>
        </p:txBody>
      </p:sp>
      <p:cxnSp>
        <p:nvCxnSpPr>
          <p:cNvPr id="4118" name="Straight Connector 4117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FD90BC-E3EE-5A7E-D23B-27274F3A648B}"/>
              </a:ext>
            </a:extLst>
          </p:cNvPr>
          <p:cNvSpPr txBox="1"/>
          <p:nvPr/>
        </p:nvSpPr>
        <p:spPr>
          <a:xfrm>
            <a:off x="571500" y="2110904"/>
            <a:ext cx="3886200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noProof="0" dirty="0"/>
              <a:t>Clientes (aplicação JavaFX)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noProof="0" dirty="0"/>
              <a:t>Serviço de Diretoria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noProof="0" dirty="0"/>
              <a:t>Servidor Primário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noProof="0" dirty="0"/>
              <a:t>Servidores Secundários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400" noProof="0" dirty="0"/>
              <a:t>Sincronização e tolerância a falhas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010385AA-43C0-B7FD-9DF5-942D526024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2" r="901"/>
          <a:stretch>
            <a:fillRect/>
          </a:stretch>
        </p:blipFill>
        <p:spPr>
          <a:xfrm>
            <a:off x="4360122" y="403522"/>
            <a:ext cx="4517178" cy="63147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7F829-868A-FD5A-4F02-F5049B7B85D0}"/>
              </a:ext>
            </a:extLst>
          </p:cNvPr>
          <p:cNvSpPr txBox="1"/>
          <p:nvPr/>
        </p:nvSpPr>
        <p:spPr>
          <a:xfrm>
            <a:off x="0" y="703957"/>
            <a:ext cx="91440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 sz="3600" b="1">
                <a:solidFill>
                  <a:srgbClr val="FF7A00"/>
                </a:solidFill>
              </a:defRPr>
            </a:pPr>
            <a:r>
              <a:rPr lang="pt-PT" sz="36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Serviço de diretoria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5ABA011-1312-AEEB-D702-38E9166C4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93" y="2564281"/>
            <a:ext cx="7916333" cy="3545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PT" sz="2400" noProof="0" dirty="0"/>
              <a:t>Mantém lista ordenada de servidores ativos (o primeiro é o Primário)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PT" sz="2400" noProof="0" dirty="0"/>
              <a:t>Responsável pela eleição do Primário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PT" sz="2400" noProof="0" dirty="0"/>
              <a:t>Comandos: REGISTER (servidores) e REQUEST_SERVER (clientes)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PT" sz="2400" noProof="0" dirty="0"/>
              <a:t>Fornece ao cliente o IP e porto TCP do servidor Primário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PT" sz="2400" noProof="0" dirty="0"/>
              <a:t>Heartbeats e timeout de 17s (remove servidor inativo)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PT" sz="2400" noProof="0" dirty="0"/>
              <a:t>Escuta UDP no porto indicado na linha de comando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PT" sz="2400" noProof="0" dirty="0"/>
              <a:t>Ignora heartbeats de servidores não registados</a:t>
            </a:r>
          </a:p>
        </p:txBody>
      </p:sp>
    </p:spTree>
    <p:extLst>
      <p:ext uri="{BB962C8B-B14F-4D97-AF65-F5344CB8AC3E}">
        <p14:creationId xmlns:p14="http://schemas.microsoft.com/office/powerpoint/2010/main" val="2840331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12905-86C7-2D47-C274-620EEFFB8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E9D3F-2A02-08C3-2E50-297843DFBB60}"/>
              </a:ext>
            </a:extLst>
          </p:cNvPr>
          <p:cNvSpPr txBox="1"/>
          <p:nvPr/>
        </p:nvSpPr>
        <p:spPr>
          <a:xfrm>
            <a:off x="0" y="1152144"/>
            <a:ext cx="91440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7A00"/>
                </a:solidFill>
              </a:defRPr>
            </a:pPr>
            <a:r>
              <a:rPr lang="pt-PT" sz="36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Servidores e Sincronização</a:t>
            </a:r>
          </a:p>
        </p:txBody>
      </p:sp>
      <p:graphicFrame>
        <p:nvGraphicFramePr>
          <p:cNvPr id="42" name="TextBox 2">
            <a:extLst>
              <a:ext uri="{FF2B5EF4-FFF2-40B4-BE49-F238E27FC236}">
                <a16:creationId xmlns:a16="http://schemas.microsoft.com/office/drawing/2014/main" id="{9FB25C4F-96CB-238A-0FFF-70685B4454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5369953"/>
              </p:ext>
            </p:extLst>
          </p:nvPr>
        </p:nvGraphicFramePr>
        <p:xfrm>
          <a:off x="121920" y="1828799"/>
          <a:ext cx="8874034" cy="4702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5582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9A354-5735-BCB3-135B-D3915C60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8EB020-E030-BB82-896E-13EEF114C659}"/>
              </a:ext>
            </a:extLst>
          </p:cNvPr>
          <p:cNvSpPr txBox="1"/>
          <p:nvPr/>
        </p:nvSpPr>
        <p:spPr>
          <a:xfrm>
            <a:off x="907887" y="248083"/>
            <a:ext cx="8236113" cy="13496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7A00"/>
                </a:solidFill>
              </a:defRPr>
            </a:pPr>
            <a:r>
              <a:rPr lang="pt-PT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Concorrência e </a:t>
            </a:r>
            <a:r>
              <a:rPr lang="pt-PT" sz="36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Threads</a:t>
            </a:r>
            <a:endParaRPr lang="pt-PT" sz="3600" b="1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0E11D-6D1E-6470-6A75-A10E4681618C}"/>
              </a:ext>
            </a:extLst>
          </p:cNvPr>
          <p:cNvSpPr txBox="1"/>
          <p:nvPr/>
        </p:nvSpPr>
        <p:spPr>
          <a:xfrm>
            <a:off x="966978" y="1718733"/>
            <a:ext cx="7742376" cy="4216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pt-PT" sz="2000" b="1" noProof="0" dirty="0"/>
              <a:t>Servidor</a:t>
            </a:r>
            <a:endParaRPr lang="pt-PT" sz="2000" noProof="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000" noProof="0" dirty="0" err="1"/>
              <a:t>ClientPool</a:t>
            </a:r>
            <a:r>
              <a:rPr lang="pt-PT" sz="2000" dirty="0"/>
              <a:t>: a</a:t>
            </a:r>
            <a:r>
              <a:rPr lang="pt-PT" sz="2000" noProof="0" dirty="0"/>
              <a:t>tende múltiplos clientes TCP em paralelo.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000" noProof="0" dirty="0" err="1"/>
              <a:t>Threads</a:t>
            </a:r>
            <a:r>
              <a:rPr lang="pt-PT" sz="2000" noProof="0" dirty="0"/>
              <a:t> de Multicast: envio e receção de heartbeats + </a:t>
            </a:r>
            <a:r>
              <a:rPr lang="pt-PT" sz="2000" noProof="0" dirty="0" err="1"/>
              <a:t>queries</a:t>
            </a:r>
            <a:r>
              <a:rPr lang="pt-PT" sz="2000" noProof="0" dirty="0"/>
              <a:t> SQL.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pt-PT" sz="2000" b="1" noProof="0" dirty="0"/>
              <a:t>Cliente</a:t>
            </a:r>
            <a:endParaRPr lang="pt-PT" sz="2000" noProof="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000" noProof="0" dirty="0" err="1"/>
              <a:t>Thread</a:t>
            </a:r>
            <a:r>
              <a:rPr lang="pt-PT" sz="2000" noProof="0" dirty="0"/>
              <a:t> dedicada para notificações assíncronas (mantém a sessão e atualiza a vista).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pt-PT" sz="2000" b="1" noProof="0" dirty="0"/>
              <a:t>Sincronização</a:t>
            </a:r>
            <a:endParaRPr lang="pt-PT" sz="2000" noProof="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000" noProof="0" dirty="0" err="1"/>
              <a:t>ReentrantReadWriteLock</a:t>
            </a:r>
            <a:r>
              <a:rPr lang="pt-PT" sz="2000" noProof="0" dirty="0"/>
              <a:t>: leituras concorrentes, escrita exclusiva.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000" noProof="0" dirty="0"/>
              <a:t>Diretoria: lista de servidores sincronizada para evitar condições de corrida.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</a:pPr>
            <a:r>
              <a:rPr lang="pt-PT" sz="2000" b="1" noProof="0" dirty="0"/>
              <a:t>Interface (JavaFX)</a:t>
            </a:r>
            <a:endParaRPr lang="pt-PT" sz="2000" noProof="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pt-PT" sz="2000" noProof="0" dirty="0"/>
              <a:t>GUI atualizada com </a:t>
            </a:r>
            <a:r>
              <a:rPr lang="pt-PT" sz="2000" noProof="0" dirty="0" err="1"/>
              <a:t>Platform.runLater</a:t>
            </a:r>
            <a:r>
              <a:rPr lang="pt-PT" sz="2000" noProof="0" dirty="0"/>
              <a:t>() de forma segura.</a:t>
            </a:r>
          </a:p>
        </p:txBody>
      </p:sp>
    </p:spTree>
    <p:extLst>
      <p:ext uri="{BB962C8B-B14F-4D97-AF65-F5344CB8AC3E}">
        <p14:creationId xmlns:p14="http://schemas.microsoft.com/office/powerpoint/2010/main" val="1202673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FB3F5F-F2F7-E76D-80E0-E7C0A037E1DD}"/>
              </a:ext>
            </a:extLst>
          </p:cNvPr>
          <p:cNvSpPr txBox="1"/>
          <p:nvPr/>
        </p:nvSpPr>
        <p:spPr>
          <a:xfrm>
            <a:off x="-1" y="-31412"/>
            <a:ext cx="9144001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7A00"/>
                </a:solidFill>
              </a:defRPr>
            </a:pPr>
            <a:r>
              <a:rPr lang="pt-PT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Fluxo de Arranque</a:t>
            </a:r>
          </a:p>
        </p:txBody>
      </p:sp>
      <p:graphicFrame>
        <p:nvGraphicFramePr>
          <p:cNvPr id="28" name="TextBox 6">
            <a:extLst>
              <a:ext uri="{FF2B5EF4-FFF2-40B4-BE49-F238E27FC236}">
                <a16:creationId xmlns:a16="http://schemas.microsoft.com/office/drawing/2014/main" id="{E3CCCA2E-0D1F-051C-3197-14A4DC0170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5361097"/>
              </p:ext>
            </p:extLst>
          </p:nvPr>
        </p:nvGraphicFramePr>
        <p:xfrm>
          <a:off x="1858434" y="738538"/>
          <a:ext cx="6057899" cy="5916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934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1F08BA-4B0F-0393-5C69-3ED743CDF5CD}"/>
              </a:ext>
            </a:extLst>
          </p:cNvPr>
          <p:cNvSpPr txBox="1"/>
          <p:nvPr/>
        </p:nvSpPr>
        <p:spPr>
          <a:xfrm>
            <a:off x="0" y="178994"/>
            <a:ext cx="91440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7A00"/>
                </a:solidFill>
              </a:defRPr>
            </a:pPr>
            <a:r>
              <a:rPr lang="pt-PT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Fluxo de Promoção automática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7F5BA632-E583-DBBF-280A-4D9F8A919E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9963454"/>
              </p:ext>
            </p:extLst>
          </p:nvPr>
        </p:nvGraphicFramePr>
        <p:xfrm>
          <a:off x="397933" y="1202267"/>
          <a:ext cx="8661400" cy="5545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007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50AC8-FA65-4B60-B07D-C1773225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C1F7A-57F8-0265-E12B-8D8F9F5A71F1}"/>
              </a:ext>
            </a:extLst>
          </p:cNvPr>
          <p:cNvSpPr txBox="1"/>
          <p:nvPr/>
        </p:nvSpPr>
        <p:spPr>
          <a:xfrm>
            <a:off x="0" y="-9562"/>
            <a:ext cx="91440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7A00"/>
                </a:solidFill>
              </a:defRPr>
            </a:pPr>
            <a:r>
              <a:rPr lang="pt-PT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Fluxo de Sincronização BD</a:t>
            </a:r>
          </a:p>
        </p:txBody>
      </p:sp>
      <p:graphicFrame>
        <p:nvGraphicFramePr>
          <p:cNvPr id="28" name="TextBox 6">
            <a:extLst>
              <a:ext uri="{FF2B5EF4-FFF2-40B4-BE49-F238E27FC236}">
                <a16:creationId xmlns:a16="http://schemas.microsoft.com/office/drawing/2014/main" id="{EBD3FB52-4F77-3FED-AA8F-ECFB5306C7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397076"/>
              </p:ext>
            </p:extLst>
          </p:nvPr>
        </p:nvGraphicFramePr>
        <p:xfrm>
          <a:off x="182880" y="836023"/>
          <a:ext cx="8865326" cy="5843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647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AFCCD-8EE2-CE03-D3B2-D80B2D4B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A0073-78FE-5C00-D1BC-0C506F8432B1}"/>
              </a:ext>
            </a:extLst>
          </p:cNvPr>
          <p:cNvSpPr txBox="1"/>
          <p:nvPr/>
        </p:nvSpPr>
        <p:spPr>
          <a:xfrm>
            <a:off x="0" y="556995"/>
            <a:ext cx="91440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7A00"/>
                </a:solidFill>
              </a:defRPr>
            </a:pPr>
            <a:r>
              <a:rPr lang="pt-PT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Recuperação Automática do Cliente</a:t>
            </a:r>
          </a:p>
        </p:txBody>
      </p:sp>
      <p:graphicFrame>
        <p:nvGraphicFramePr>
          <p:cNvPr id="70" name="TextBox 2">
            <a:extLst>
              <a:ext uri="{FF2B5EF4-FFF2-40B4-BE49-F238E27FC236}">
                <a16:creationId xmlns:a16="http://schemas.microsoft.com/office/drawing/2014/main" id="{0D1D0458-49EC-A9B2-9781-D30E74537D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1226601"/>
              </p:ext>
            </p:extLst>
          </p:nvPr>
        </p:nvGraphicFramePr>
        <p:xfrm>
          <a:off x="156754" y="1445623"/>
          <a:ext cx="8769532" cy="521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8274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6930"/>
            <a:ext cx="91440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3600" b="1">
                <a:solidFill>
                  <a:srgbClr val="FF7A00"/>
                </a:solidFill>
              </a:defRPr>
            </a:pPr>
            <a:r>
              <a:rPr lang="pt-PT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Persistência e Consistência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DED6CA-175A-F6D2-EBB8-CB4F7189A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761" y="2389218"/>
            <a:ext cx="7607751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pt-PT" sz="2200" b="1" i="0" u="none" strike="noStrike" cap="none" normalizeH="0" baseline="0" noProof="0" dirty="0">
                <a:ln>
                  <a:noFill/>
                </a:ln>
                <a:effectLst/>
              </a:rPr>
              <a:t>BD SQLite local por servidor</a:t>
            </a:r>
            <a:r>
              <a:rPr kumimoji="0" lang="pt-PT" sz="2200" b="0" i="0" u="none" strike="noStrike" cap="none" normalizeH="0" baseline="0" noProof="0" dirty="0">
                <a:ln>
                  <a:noFill/>
                </a:ln>
                <a:effectLst/>
              </a:rPr>
              <a:t> (cada servidor possui a sua cópia)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pt-PT" sz="2200" b="1" i="0" u="none" strike="noStrike" cap="none" normalizeH="0" baseline="0" noProof="0" dirty="0">
                <a:ln>
                  <a:noFill/>
                </a:ln>
                <a:effectLst/>
              </a:rPr>
              <a:t>Apenas o Primário escreve</a:t>
            </a:r>
            <a:r>
              <a:rPr kumimoji="0" lang="pt-PT" sz="2200" b="0" i="0" u="none" strike="noStrike" cap="none" normalizeH="0" baseline="0" noProof="0" dirty="0">
                <a:ln>
                  <a:noFill/>
                </a:ln>
                <a:effectLst/>
              </a:rPr>
              <a:t> na BD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pt-PT" sz="2200" b="1" i="0" u="none" strike="noStrike" cap="none" normalizeH="0" baseline="0" noProof="0" dirty="0">
                <a:ln>
                  <a:noFill/>
                </a:ln>
                <a:effectLst/>
              </a:rPr>
              <a:t>Número de versão da BD</a:t>
            </a:r>
            <a:r>
              <a:rPr kumimoji="0" lang="pt-PT" sz="2200" b="0" i="0" u="none" strike="noStrike" cap="none" normalizeH="0" baseline="0" noProof="0" dirty="0">
                <a:ln>
                  <a:noFill/>
                </a:ln>
                <a:effectLst/>
              </a:rPr>
              <a:t> incrementado a cada operação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pt-PT" sz="2200" b="1" i="0" u="none" strike="noStrike" cap="none" normalizeH="0" baseline="0" noProof="0" dirty="0">
                <a:ln>
                  <a:noFill/>
                </a:ln>
                <a:effectLst/>
              </a:rPr>
              <a:t>Propagação da query SQL via Multicast</a:t>
            </a:r>
            <a:r>
              <a:rPr kumimoji="0" lang="pt-PT" sz="2200" b="0" i="0" u="none" strike="noStrike" cap="none" normalizeH="0" baseline="0" noProof="0" dirty="0">
                <a:ln>
                  <a:noFill/>
                </a:ln>
                <a:effectLst/>
              </a:rPr>
              <a:t> para manter consistência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pt-PT" sz="2200" b="1" i="0" u="none" strike="noStrike" cap="none" normalizeH="0" baseline="0" noProof="0" dirty="0">
                <a:ln>
                  <a:noFill/>
                </a:ln>
                <a:effectLst/>
              </a:rPr>
              <a:t>WriteLock</a:t>
            </a:r>
            <a:r>
              <a:rPr kumimoji="0" lang="pt-PT" sz="2200" b="0" i="0" u="none" strike="noStrike" cap="none" normalizeH="0" baseline="0" noProof="0" dirty="0">
                <a:ln>
                  <a:noFill/>
                </a:ln>
                <a:effectLst/>
              </a:rPr>
              <a:t> garante exclusão mútua nas operações de escrita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pt-PT" sz="2200" b="1" i="0" u="none" strike="noStrike" cap="none" normalizeH="0" baseline="0" noProof="0" dirty="0">
                <a:ln>
                  <a:noFill/>
                </a:ln>
                <a:effectLst/>
              </a:rPr>
              <a:t>Transferência inicial da BD é atómica</a:t>
            </a:r>
            <a:r>
              <a:rPr kumimoji="0" lang="pt-PT" sz="2200" b="0" i="0" u="none" strike="noStrike" cap="none" normalizeH="0" baseline="0" noProof="0" dirty="0">
                <a:ln>
                  <a:noFill/>
                </a:ln>
                <a:effectLst/>
              </a:rPr>
              <a:t> (sem concorrência durante o envio)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2" name="Rectangle 41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AB8C7-79E9-D859-B6BF-80CFCC334F88}"/>
              </a:ext>
            </a:extLst>
          </p:cNvPr>
          <p:cNvSpPr txBox="1"/>
          <p:nvPr/>
        </p:nvSpPr>
        <p:spPr>
          <a:xfrm>
            <a:off x="0" y="184805"/>
            <a:ext cx="91440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 Físico da Base de Dados (SQLite)</a:t>
            </a:r>
            <a:endParaRPr lang="pt-PT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EA3CB12A-1D90-8015-53EE-BD55679BC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650" y="2592251"/>
            <a:ext cx="7884410" cy="295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24F4F8-74BB-E5DC-5DD6-E6E200BD2336}"/>
              </a:ext>
            </a:extLst>
          </p:cNvPr>
          <p:cNvCxnSpPr>
            <a:cxnSpLocks/>
          </p:cNvCxnSpPr>
          <p:nvPr/>
        </p:nvCxnSpPr>
        <p:spPr>
          <a:xfrm>
            <a:off x="1053738" y="1384663"/>
            <a:ext cx="7036525" cy="0"/>
          </a:xfrm>
          <a:prstGeom prst="line">
            <a:avLst/>
          </a:prstGeom>
          <a:ln w="38100">
            <a:solidFill>
              <a:srgbClr val="FF7A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072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38CB1-2ABE-6B77-4689-D884630346B5}"/>
              </a:ext>
            </a:extLst>
          </p:cNvPr>
          <p:cNvSpPr txBox="1"/>
          <p:nvPr/>
        </p:nvSpPr>
        <p:spPr>
          <a:xfrm>
            <a:off x="0" y="557188"/>
            <a:ext cx="91440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PT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Nomeação dos Ficheiros SQLite</a:t>
            </a:r>
            <a:endParaRPr lang="pt-PT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8" name="TextBox 6">
            <a:extLst>
              <a:ext uri="{FF2B5EF4-FFF2-40B4-BE49-F238E27FC236}">
                <a16:creationId xmlns:a16="http://schemas.microsoft.com/office/drawing/2014/main" id="{DBAF22A2-E0FC-5487-EA38-162F0E82A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532116"/>
              </p:ext>
            </p:extLst>
          </p:nvPr>
        </p:nvGraphicFramePr>
        <p:xfrm>
          <a:off x="217714" y="1410789"/>
          <a:ext cx="8708572" cy="5312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2294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80501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3600" b="1">
                <a:solidFill>
                  <a:srgbClr val="FF7A00"/>
                </a:solidFill>
              </a:defRPr>
            </a:pPr>
            <a:r>
              <a:rPr lang="pt-PT" sz="3600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Protocolos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F71AE4-FAAE-E549-754F-B32B3106C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790363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-1" y="386930"/>
            <a:ext cx="9143999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  <a:spcAft>
                <a:spcPts val="600"/>
              </a:spcAft>
              <a:defRPr sz="3600" b="1">
                <a:solidFill>
                  <a:srgbClr val="FF7A00"/>
                </a:solidFill>
              </a:defRPr>
            </a:pPr>
            <a:r>
              <a:rPr lang="en-US" sz="36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Aplicação</a:t>
            </a:r>
            <a:r>
              <a:rPr lang="en-US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Cliente</a:t>
            </a:r>
            <a:r>
              <a:rPr lang="en-US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(JavaFX)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4586471-65F6-A2AD-FC02-511B05442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12" y="1970968"/>
            <a:ext cx="4249514" cy="45001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Arquitetura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MVC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(Views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isoladas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da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lógica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de rede).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Thread de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</a:rPr>
              <a:t>escuta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correr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background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receber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eventos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do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servidor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</a:rPr>
              <a:t>Platform.runLater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atualizar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 UI de forma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segura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responsiva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7A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Funcionalidades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Login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acesso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</a:rPr>
              <a:t>perguntas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</a:rPr>
              <a:t>ativas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</a:rPr>
              <a:t>submissão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histórico</a:t>
            </a:r>
            <a:r>
              <a:rPr lang="en-US" altLang="en-US" sz="2000" dirty="0"/>
              <a:t>, etc.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9" name="Picture 8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37B95D9F-D20C-7DC9-21BF-220818823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306" y="2741527"/>
            <a:ext cx="3862707" cy="2839089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34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0031"/>
            <a:ext cx="9144000" cy="11065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pt-PT" sz="3600" kern="12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Funcionalidades Docente</a:t>
            </a: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559689-B913-6BE9-A854-FF2A48758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70"/>
          <a:stretch>
            <a:fillRect/>
          </a:stretch>
        </p:blipFill>
        <p:spPr>
          <a:xfrm>
            <a:off x="4886325" y="1188644"/>
            <a:ext cx="3531403" cy="2595580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" name="Picture 3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D5FA98B0-415A-D7E1-B2D5-B28040CE2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72" y="1188644"/>
            <a:ext cx="3531403" cy="2595580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7883FF-CC7B-0EC9-E57C-2FACCDBBE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154" y="4023322"/>
            <a:ext cx="3531403" cy="2595580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55B0031-BE56-AF4D-06A2-18440C663B03}"/>
              </a:ext>
            </a:extLst>
          </p:cNvPr>
          <p:cNvSpPr txBox="1"/>
          <p:nvPr/>
        </p:nvSpPr>
        <p:spPr>
          <a:xfrm>
            <a:off x="853859" y="33497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>
                <a:solidFill>
                  <a:schemeClr val="bg1"/>
                </a:solidFill>
              </a:rPr>
              <a:t>Login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D8B68B-DCE5-AA3F-6C60-7CD267B25E2D}"/>
              </a:ext>
            </a:extLst>
          </p:cNvPr>
          <p:cNvSpPr txBox="1"/>
          <p:nvPr/>
        </p:nvSpPr>
        <p:spPr>
          <a:xfrm>
            <a:off x="4983947" y="3349775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 err="1">
                <a:solidFill>
                  <a:schemeClr val="bg1"/>
                </a:solidFill>
              </a:rPr>
              <a:t>Profile</a:t>
            </a:r>
            <a:endParaRPr lang="pt-PT" i="1" noProof="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FAFB61-F6AF-E59C-967A-F766DACA3DAD}"/>
              </a:ext>
            </a:extLst>
          </p:cNvPr>
          <p:cNvSpPr txBox="1"/>
          <p:nvPr/>
        </p:nvSpPr>
        <p:spPr>
          <a:xfrm>
            <a:off x="2902115" y="621083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 err="1">
                <a:solidFill>
                  <a:schemeClr val="bg1"/>
                </a:solidFill>
              </a:rPr>
              <a:t>Home</a:t>
            </a:r>
            <a:endParaRPr lang="pt-PT" i="1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8C194-1004-D840-6ABC-2EC41A94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BA67FD1-2D20-A99F-7004-C47C4E150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D33CA-2E9A-4E9E-9D0F-0775B470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0031"/>
            <a:ext cx="9144000" cy="11065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pt-PT" sz="3600" kern="12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Funcionalidades Docente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C9D08C-7367-26FB-D7E9-0847D1687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78" y="1188644"/>
            <a:ext cx="3501369" cy="2556000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F38BDB-B88C-93C6-B987-6820DFC60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1188644"/>
            <a:ext cx="3612722" cy="2556000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3513B9-1522-94E7-D2D8-A771D0534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392" y="3957726"/>
            <a:ext cx="3608926" cy="2643537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A68758-AFE1-0F7E-BD66-A42365107BFD}"/>
              </a:ext>
            </a:extLst>
          </p:cNvPr>
          <p:cNvSpPr txBox="1"/>
          <p:nvPr/>
        </p:nvSpPr>
        <p:spPr>
          <a:xfrm>
            <a:off x="731796" y="3297187"/>
            <a:ext cx="171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>
                <a:solidFill>
                  <a:schemeClr val="bg1"/>
                </a:solidFill>
              </a:rPr>
              <a:t>Question +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9BEB78-DC84-4233-E97C-8E767FB82B74}"/>
              </a:ext>
            </a:extLst>
          </p:cNvPr>
          <p:cNvSpPr txBox="1"/>
          <p:nvPr/>
        </p:nvSpPr>
        <p:spPr>
          <a:xfrm>
            <a:off x="4950155" y="3297187"/>
            <a:ext cx="844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>
                <a:solidFill>
                  <a:schemeClr val="bg1"/>
                </a:solidFill>
              </a:rPr>
              <a:t>History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91569-C340-4CE8-27FC-C321B80E2CE9}"/>
              </a:ext>
            </a:extLst>
          </p:cNvPr>
          <p:cNvSpPr txBox="1"/>
          <p:nvPr/>
        </p:nvSpPr>
        <p:spPr>
          <a:xfrm>
            <a:off x="2914307" y="6175634"/>
            <a:ext cx="537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>
                <a:solidFill>
                  <a:schemeClr val="bg1"/>
                </a:solidFill>
              </a:rPr>
              <a:t>CSV</a:t>
            </a:r>
          </a:p>
        </p:txBody>
      </p:sp>
    </p:spTree>
    <p:extLst>
      <p:ext uri="{BB962C8B-B14F-4D97-AF65-F5344CB8AC3E}">
        <p14:creationId xmlns:p14="http://schemas.microsoft.com/office/powerpoint/2010/main" val="4294503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34886-5FD3-6BE3-A3BA-4D3E4E85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74C126C-BAFC-C1A6-CCAC-83857F76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92C71-805C-8BC6-1927-0108EB5C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0031"/>
            <a:ext cx="9144000" cy="11065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pt-PT" sz="3600" kern="12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Funcionalidades Estudante</a:t>
            </a:r>
          </a:p>
        </p:txBody>
      </p:sp>
      <p:pic>
        <p:nvPicPr>
          <p:cNvPr id="4" name="Picture 3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46647D57-1705-E959-F709-EE7DCCD9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72" y="1188644"/>
            <a:ext cx="3531403" cy="2595580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242D9E-54B8-EF16-4CB6-FC1E1F19B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82"/>
          <a:stretch>
            <a:fillRect/>
          </a:stretch>
        </p:blipFill>
        <p:spPr>
          <a:xfrm>
            <a:off x="2805154" y="4031786"/>
            <a:ext cx="3531403" cy="2578652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24BBB4-87DE-7C52-E972-CB55C8AF4B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90"/>
          <a:stretch>
            <a:fillRect/>
          </a:stretch>
        </p:blipFill>
        <p:spPr>
          <a:xfrm>
            <a:off x="4808245" y="1164480"/>
            <a:ext cx="3547708" cy="2609765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CD7C5-74C7-62F3-08E7-47DFA147A5DA}"/>
              </a:ext>
            </a:extLst>
          </p:cNvPr>
          <p:cNvSpPr txBox="1"/>
          <p:nvPr/>
        </p:nvSpPr>
        <p:spPr>
          <a:xfrm>
            <a:off x="853859" y="33497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>
                <a:solidFill>
                  <a:schemeClr val="bg1"/>
                </a:solidFill>
              </a:rPr>
              <a:t>Login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A9343F-5CAF-287C-2F7E-989A2F1124F7}"/>
              </a:ext>
            </a:extLst>
          </p:cNvPr>
          <p:cNvSpPr txBox="1"/>
          <p:nvPr/>
        </p:nvSpPr>
        <p:spPr>
          <a:xfrm>
            <a:off x="4983947" y="3349775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 err="1">
                <a:solidFill>
                  <a:schemeClr val="bg1"/>
                </a:solidFill>
              </a:rPr>
              <a:t>Profile</a:t>
            </a:r>
            <a:endParaRPr lang="pt-PT" i="1" noProof="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6A0240-47FF-A224-CA95-6B48DC3D8127}"/>
              </a:ext>
            </a:extLst>
          </p:cNvPr>
          <p:cNvSpPr txBox="1"/>
          <p:nvPr/>
        </p:nvSpPr>
        <p:spPr>
          <a:xfrm>
            <a:off x="2902115" y="621083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 err="1">
                <a:solidFill>
                  <a:schemeClr val="bg1"/>
                </a:solidFill>
              </a:rPr>
              <a:t>Home</a:t>
            </a:r>
            <a:endParaRPr lang="pt-PT" i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444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F8B14-C0F5-F10B-B02E-C3F74852B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04C7D55-CE26-D30C-524B-B52D15B57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E4779-6221-8C1F-92AC-1A08918F4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0031"/>
            <a:ext cx="9144000" cy="11065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pt-PT" sz="3600" kern="12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Funcionalidades Estudante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822B23-A163-2F65-7CD9-2EFF4898B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662" y="1246863"/>
            <a:ext cx="3513707" cy="255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EAB43C-30A1-BF01-70E4-B047DC4E8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123" y="4007466"/>
            <a:ext cx="3513707" cy="25877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AB45DD-FC5F-DC84-139C-EB522A5E19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52"/>
          <a:stretch>
            <a:fillRect/>
          </a:stretch>
        </p:blipFill>
        <p:spPr>
          <a:xfrm>
            <a:off x="854063" y="1256855"/>
            <a:ext cx="3502277" cy="2580137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C0DEB5-ED05-B70A-2CAF-FD5EEB622D5F}"/>
              </a:ext>
            </a:extLst>
          </p:cNvPr>
          <p:cNvSpPr txBox="1"/>
          <p:nvPr/>
        </p:nvSpPr>
        <p:spPr>
          <a:xfrm>
            <a:off x="4950155" y="3297187"/>
            <a:ext cx="844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>
                <a:solidFill>
                  <a:schemeClr val="bg1"/>
                </a:solidFill>
              </a:rPr>
              <a:t>History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A3D4B-847A-C230-8FE3-09687149F432}"/>
              </a:ext>
            </a:extLst>
          </p:cNvPr>
          <p:cNvSpPr txBox="1"/>
          <p:nvPr/>
        </p:nvSpPr>
        <p:spPr>
          <a:xfrm>
            <a:off x="965984" y="3368231"/>
            <a:ext cx="879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>
                <a:solidFill>
                  <a:schemeClr val="bg1"/>
                </a:solidFill>
              </a:rPr>
              <a:t>Answer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4E362-FE8F-0923-29B8-CE75C75B08D9}"/>
              </a:ext>
            </a:extLst>
          </p:cNvPr>
          <p:cNvSpPr txBox="1"/>
          <p:nvPr/>
        </p:nvSpPr>
        <p:spPr>
          <a:xfrm>
            <a:off x="3204086" y="6175115"/>
            <a:ext cx="82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i="1" noProof="0" dirty="0" err="1">
                <a:solidFill>
                  <a:schemeClr val="bg1"/>
                </a:solidFill>
              </a:rPr>
              <a:t>Details</a:t>
            </a:r>
            <a:endParaRPr lang="pt-PT" i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601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6930"/>
            <a:ext cx="9143999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en-US" sz="36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Objetivo</a:t>
            </a:r>
            <a:r>
              <a:rPr lang="en-US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 API REST</a:t>
            </a:r>
            <a:endParaRPr lang="en-US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CE419-0D82-B102-CECD-4D57CB4F2F5E}"/>
              </a:ext>
            </a:extLst>
          </p:cNvPr>
          <p:cNvSpPr txBox="1"/>
          <p:nvPr/>
        </p:nvSpPr>
        <p:spPr>
          <a:xfrm>
            <a:off x="595245" y="2203079"/>
            <a:ext cx="7942276" cy="414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 err="1"/>
              <a:t>Permitir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o </a:t>
            </a:r>
            <a:r>
              <a:rPr lang="en-US" sz="2200" dirty="0" err="1"/>
              <a:t>sistema</a:t>
            </a:r>
            <a:r>
              <a:rPr lang="en-US" sz="2200" dirty="0"/>
              <a:t> </a:t>
            </a:r>
            <a:r>
              <a:rPr lang="en-US" sz="2200" dirty="0" err="1"/>
              <a:t>possa</a:t>
            </a:r>
            <a:r>
              <a:rPr lang="en-US" sz="2200" dirty="0"/>
              <a:t> ser </a:t>
            </a:r>
            <a:r>
              <a:rPr lang="en-US" sz="2200" dirty="0" err="1"/>
              <a:t>utilizado</a:t>
            </a:r>
            <a:r>
              <a:rPr lang="en-US" sz="2200" dirty="0"/>
              <a:t> </a:t>
            </a:r>
            <a:r>
              <a:rPr lang="en-US" sz="2200" dirty="0" err="1"/>
              <a:t>por</a:t>
            </a:r>
            <a:r>
              <a:rPr lang="en-US" sz="2200" dirty="0"/>
              <a:t> </a:t>
            </a:r>
            <a:r>
              <a:rPr lang="en-US" sz="2200" dirty="0" err="1"/>
              <a:t>aplicações</a:t>
            </a:r>
            <a:r>
              <a:rPr lang="en-US" sz="2200" dirty="0"/>
              <a:t> Web, Mobile </a:t>
            </a:r>
            <a:r>
              <a:rPr lang="en-US" sz="2200" dirty="0" err="1"/>
              <a:t>ou</a:t>
            </a:r>
            <a:r>
              <a:rPr lang="en-US" sz="2200" dirty="0"/>
              <a:t> </a:t>
            </a:r>
            <a:r>
              <a:rPr lang="en-US" sz="2200" dirty="0" err="1"/>
              <a:t>serviços</a:t>
            </a:r>
            <a:r>
              <a:rPr lang="en-US" sz="2200" dirty="0"/>
              <a:t> </a:t>
            </a:r>
            <a:r>
              <a:rPr lang="en-US" sz="2200" dirty="0" err="1"/>
              <a:t>externos</a:t>
            </a:r>
            <a:r>
              <a:rPr lang="en-US" sz="2200" dirty="0"/>
              <a:t>, </a:t>
            </a:r>
            <a:r>
              <a:rPr lang="en-US" sz="2200" dirty="0" err="1"/>
              <a:t>não</a:t>
            </a:r>
            <a:r>
              <a:rPr lang="en-US" sz="2200" dirty="0"/>
              <a:t> </a:t>
            </a:r>
            <a:r>
              <a:rPr lang="en-US" sz="2200" dirty="0" err="1"/>
              <a:t>apenas</a:t>
            </a:r>
            <a:r>
              <a:rPr lang="en-US" sz="2200" dirty="0"/>
              <a:t> </a:t>
            </a:r>
            <a:r>
              <a:rPr lang="en-US" sz="2200" dirty="0" err="1"/>
              <a:t>pelo</a:t>
            </a:r>
            <a:r>
              <a:rPr lang="en-US" sz="2200" dirty="0"/>
              <a:t> </a:t>
            </a:r>
            <a:r>
              <a:rPr lang="en-US" sz="2200" dirty="0" err="1"/>
              <a:t>cliente</a:t>
            </a:r>
            <a:r>
              <a:rPr lang="en-US" sz="2200" dirty="0"/>
              <a:t> JavaFX.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 err="1"/>
              <a:t>Fornecer</a:t>
            </a:r>
            <a:r>
              <a:rPr lang="en-US" sz="2200" dirty="0"/>
              <a:t> </a:t>
            </a:r>
            <a:r>
              <a:rPr lang="en-US" sz="2200" dirty="0" err="1"/>
              <a:t>uma</a:t>
            </a:r>
            <a:r>
              <a:rPr lang="en-US" sz="2200" dirty="0"/>
              <a:t> interface </a:t>
            </a:r>
            <a:r>
              <a:rPr lang="en-US" sz="2200" dirty="0" err="1"/>
              <a:t>pública</a:t>
            </a:r>
            <a:r>
              <a:rPr lang="en-US" sz="2200" dirty="0"/>
              <a:t> e simples para </a:t>
            </a:r>
            <a:r>
              <a:rPr lang="en-US" sz="2200" dirty="0" err="1"/>
              <a:t>operações</a:t>
            </a:r>
            <a:r>
              <a:rPr lang="en-US" sz="2200" dirty="0"/>
              <a:t> </a:t>
            </a:r>
            <a:r>
              <a:rPr lang="en-US" sz="2200" dirty="0" err="1"/>
              <a:t>essenciais</a:t>
            </a:r>
            <a:r>
              <a:rPr lang="en-US" sz="2200" dirty="0"/>
              <a:t>: </a:t>
            </a:r>
            <a:r>
              <a:rPr lang="en-US" sz="2200" dirty="0" err="1"/>
              <a:t>autenticação</a:t>
            </a:r>
            <a:r>
              <a:rPr lang="en-US" sz="2200" dirty="0"/>
              <a:t>, </a:t>
            </a:r>
            <a:r>
              <a:rPr lang="en-US" sz="2200" dirty="0" err="1"/>
              <a:t>obtenção</a:t>
            </a:r>
            <a:r>
              <a:rPr lang="en-US" sz="2200" dirty="0"/>
              <a:t> de </a:t>
            </a:r>
            <a:r>
              <a:rPr lang="en-US" sz="2200" dirty="0" err="1"/>
              <a:t>perguntas</a:t>
            </a:r>
            <a:r>
              <a:rPr lang="en-US" sz="2200" dirty="0"/>
              <a:t> e </a:t>
            </a:r>
            <a:r>
              <a:rPr lang="en-US" sz="2200" dirty="0" err="1"/>
              <a:t>submissão</a:t>
            </a:r>
            <a:r>
              <a:rPr lang="en-US" sz="2200" dirty="0"/>
              <a:t> de </a:t>
            </a:r>
            <a:r>
              <a:rPr lang="en-US" sz="2200" dirty="0" err="1"/>
              <a:t>respostas</a:t>
            </a:r>
            <a:r>
              <a:rPr lang="en-US" sz="2200" dirty="0"/>
              <a:t>.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 err="1"/>
              <a:t>Desacoplar</a:t>
            </a:r>
            <a:r>
              <a:rPr lang="en-US" sz="2200" dirty="0"/>
              <a:t> a </a:t>
            </a:r>
            <a:r>
              <a:rPr lang="en-US" sz="2200" dirty="0" err="1"/>
              <a:t>lógica</a:t>
            </a:r>
            <a:r>
              <a:rPr lang="en-US" sz="2200" dirty="0"/>
              <a:t> de </a:t>
            </a:r>
            <a:r>
              <a:rPr lang="en-US" sz="2200" dirty="0" err="1"/>
              <a:t>negócio</a:t>
            </a:r>
            <a:r>
              <a:rPr lang="en-US" sz="2200" dirty="0"/>
              <a:t> da interface </a:t>
            </a:r>
            <a:r>
              <a:rPr lang="en-US" sz="2200" dirty="0" err="1"/>
              <a:t>gráfica</a:t>
            </a:r>
            <a:r>
              <a:rPr lang="en-US" sz="2200" dirty="0"/>
              <a:t>, </a:t>
            </a:r>
            <a:r>
              <a:rPr lang="en-US" sz="2200" dirty="0" err="1"/>
              <a:t>facilitando</a:t>
            </a:r>
            <a:r>
              <a:rPr lang="en-US" sz="2200" dirty="0"/>
              <a:t> </a:t>
            </a:r>
            <a:r>
              <a:rPr lang="en-US" sz="2200" dirty="0" err="1"/>
              <a:t>evolução</a:t>
            </a:r>
            <a:r>
              <a:rPr lang="en-US" sz="2200" dirty="0"/>
              <a:t> </a:t>
            </a:r>
            <a:r>
              <a:rPr lang="en-US" sz="2200" dirty="0" err="1"/>
              <a:t>futura</a:t>
            </a:r>
            <a:r>
              <a:rPr lang="en-US" sz="2200" dirty="0"/>
              <a:t> </a:t>
            </a:r>
            <a:r>
              <a:rPr lang="en-US" sz="2200" dirty="0" err="1"/>
              <a:t>sem</a:t>
            </a:r>
            <a:r>
              <a:rPr lang="en-US" sz="2200" dirty="0"/>
              <a:t> </a:t>
            </a:r>
            <a:r>
              <a:rPr lang="en-US" sz="2200" dirty="0" err="1"/>
              <a:t>alterar</a:t>
            </a:r>
            <a:r>
              <a:rPr lang="en-US" sz="2200" dirty="0"/>
              <a:t> o </a:t>
            </a:r>
            <a:r>
              <a:rPr lang="en-US" sz="2200" dirty="0" err="1"/>
              <a:t>núcleo</a:t>
            </a:r>
            <a:r>
              <a:rPr lang="en-US" sz="2200" dirty="0"/>
              <a:t> do </a:t>
            </a:r>
            <a:r>
              <a:rPr lang="en-US" sz="2200" dirty="0" err="1"/>
              <a:t>servidor</a:t>
            </a:r>
            <a:r>
              <a:rPr lang="en-US" sz="2200" dirty="0"/>
              <a:t>.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 err="1"/>
              <a:t>Preparar</a:t>
            </a:r>
            <a:r>
              <a:rPr lang="en-US" sz="2200" dirty="0"/>
              <a:t> o </a:t>
            </a:r>
            <a:r>
              <a:rPr lang="en-US" sz="2200" dirty="0" err="1"/>
              <a:t>sistema</a:t>
            </a:r>
            <a:r>
              <a:rPr lang="en-US" sz="2200" dirty="0"/>
              <a:t> para </a:t>
            </a:r>
            <a:r>
              <a:rPr lang="en-US" sz="2200" dirty="0" err="1"/>
              <a:t>integração</a:t>
            </a:r>
            <a:r>
              <a:rPr lang="en-US" sz="2200" dirty="0"/>
              <a:t> com </a:t>
            </a:r>
            <a:r>
              <a:rPr lang="en-US" sz="2200" dirty="0" err="1"/>
              <a:t>novos</a:t>
            </a:r>
            <a:r>
              <a:rPr lang="en-US" sz="2200" dirty="0"/>
              <a:t> </a:t>
            </a:r>
            <a:r>
              <a:rPr lang="en-US" sz="2200" dirty="0" err="1"/>
              <a:t>clientes</a:t>
            </a:r>
            <a:r>
              <a:rPr lang="en-US" sz="2200" dirty="0"/>
              <a:t> e para </a:t>
            </a:r>
            <a:r>
              <a:rPr lang="en-US" sz="2200" dirty="0" err="1"/>
              <a:t>cenários</a:t>
            </a:r>
            <a:r>
              <a:rPr lang="en-US" sz="2200" dirty="0"/>
              <a:t> de </a:t>
            </a:r>
            <a:r>
              <a:rPr lang="en-US" sz="2200" dirty="0" err="1"/>
              <a:t>interoperabilidade</a:t>
            </a:r>
            <a:r>
              <a:rPr lang="en-US" sz="2200" dirty="0"/>
              <a:t> (ex.: dashboards de </a:t>
            </a:r>
            <a:r>
              <a:rPr lang="en-US" sz="2200" dirty="0" err="1"/>
              <a:t>docentes</a:t>
            </a:r>
            <a:r>
              <a:rPr lang="en-US" sz="2200" dirty="0"/>
              <a:t>).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 err="1"/>
              <a:t>Reutilizar</a:t>
            </a:r>
            <a:r>
              <a:rPr lang="en-US" sz="2200" dirty="0"/>
              <a:t> a </a:t>
            </a:r>
            <a:r>
              <a:rPr lang="en-US" sz="2200" dirty="0" err="1"/>
              <a:t>infraestrutura</a:t>
            </a:r>
            <a:r>
              <a:rPr lang="en-US" sz="2200" dirty="0"/>
              <a:t> </a:t>
            </a:r>
            <a:r>
              <a:rPr lang="en-US" sz="2200" dirty="0" err="1"/>
              <a:t>existente</a:t>
            </a:r>
            <a:r>
              <a:rPr lang="en-US" sz="2200" dirty="0"/>
              <a:t> do </a:t>
            </a:r>
            <a:r>
              <a:rPr lang="en-US" sz="2200" dirty="0" err="1"/>
              <a:t>servidor</a:t>
            </a:r>
            <a:r>
              <a:rPr lang="en-US" sz="2200" dirty="0"/>
              <a:t> (</a:t>
            </a:r>
            <a:r>
              <a:rPr lang="en-US" sz="2200" dirty="0" err="1"/>
              <a:t>QueryPerformer</a:t>
            </a:r>
            <a:r>
              <a:rPr lang="en-US" sz="2200" dirty="0"/>
              <a:t>, </a:t>
            </a:r>
            <a:r>
              <a:rPr lang="en-US" sz="2200" dirty="0" err="1"/>
              <a:t>validação</a:t>
            </a:r>
            <a:r>
              <a:rPr lang="en-US" sz="2200" dirty="0"/>
              <a:t>, </a:t>
            </a:r>
            <a:r>
              <a:rPr lang="en-US" sz="2200" dirty="0" err="1"/>
              <a:t>sincronização</a:t>
            </a:r>
            <a:r>
              <a:rPr lang="en-US" sz="2200" dirty="0"/>
              <a:t>) </a:t>
            </a:r>
            <a:r>
              <a:rPr lang="en-US" sz="2200" dirty="0" err="1"/>
              <a:t>sem</a:t>
            </a:r>
            <a:r>
              <a:rPr lang="en-US" sz="2200" dirty="0"/>
              <a:t> </a:t>
            </a:r>
            <a:r>
              <a:rPr lang="en-US" sz="2200" dirty="0" err="1"/>
              <a:t>duplicar</a:t>
            </a:r>
            <a:r>
              <a:rPr lang="en-US" sz="2200" dirty="0"/>
              <a:t> </a:t>
            </a:r>
            <a:r>
              <a:rPr lang="en-US" sz="2200" dirty="0" err="1"/>
              <a:t>lógica</a:t>
            </a:r>
            <a:r>
              <a:rPr lang="en-US" sz="22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B513D-1F84-BD34-16AF-F1430A1F1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EBF05-332A-B6FA-5937-CEF8E1243982}"/>
              </a:ext>
            </a:extLst>
          </p:cNvPr>
          <p:cNvSpPr txBox="1"/>
          <p:nvPr/>
        </p:nvSpPr>
        <p:spPr>
          <a:xfrm>
            <a:off x="76702" y="473899"/>
            <a:ext cx="9144000" cy="11829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Arquitetura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 API REST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58" y="806470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38FCAA-81AD-354E-294E-AA189CED1140}"/>
              </a:ext>
            </a:extLst>
          </p:cNvPr>
          <p:cNvSpPr txBox="1"/>
          <p:nvPr/>
        </p:nvSpPr>
        <p:spPr>
          <a:xfrm>
            <a:off x="692443" y="1989397"/>
            <a:ext cx="7912519" cy="42916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A API REST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funciona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como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uma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camada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externa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que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expõe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funcionalidades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do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servidor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clientes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Web/Mobile.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Cada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pedido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HTTP é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tratado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por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um Controller,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que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valida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dados e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converte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pedidos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em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chamadas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internas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A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lógica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negócio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continua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centralizada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no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servidor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através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de:</a:t>
            </a:r>
          </a:p>
          <a:p>
            <a:pPr marL="742950" lvl="1"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QueryPerformer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(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acesso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à BD)</a:t>
            </a:r>
          </a:p>
          <a:p>
            <a:pPr marL="742950" lvl="1"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Serviços de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autenticação</a:t>
            </a: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742950" lvl="1"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Serviços de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gestão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perguntas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respostas</a:t>
            </a: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A API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não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interfere no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mecanismo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distribuído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existente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(TCP, multicast,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diretoria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).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Suporta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formatos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JSON e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autenticação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via token (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planeada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para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unificar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com RMI).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41168" y="2325422"/>
            <a:ext cx="349093" cy="872153"/>
            <a:chOff x="11388224" y="2325422"/>
            <a:chExt cx="465458" cy="872153"/>
          </a:xfrm>
        </p:grpSpPr>
        <p:sp>
          <p:nvSpPr>
            <p:cNvPr id="2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7185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E7464-F0D9-B8AC-0935-76D9AAAC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 noProof="0" dirty="0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CD21B-C968-A0F7-36CD-4833F795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76" y="244742"/>
            <a:ext cx="8833924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pt-PT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Definição da API REST (Planeamento)</a:t>
            </a:r>
            <a:endParaRPr lang="pt-PT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3CC31-0393-A63C-3C44-30FF16B6A370}"/>
              </a:ext>
            </a:extLst>
          </p:cNvPr>
          <p:cNvSpPr txBox="1"/>
          <p:nvPr/>
        </p:nvSpPr>
        <p:spPr>
          <a:xfrm>
            <a:off x="4616030" y="814274"/>
            <a:ext cx="4217894" cy="1235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pt-BR" sz="1600" i="1" dirty="0"/>
              <a:t>Header obrigatório nos endpoints autenticados:</a:t>
            </a:r>
            <a:br>
              <a:rPr lang="pt-BR" sz="1600" dirty="0"/>
            </a:br>
            <a:r>
              <a:rPr lang="pt-BR" sz="1600" b="1" dirty="0"/>
              <a:t>Authorization: Bearer &lt;token&gt;</a:t>
            </a:r>
            <a:endParaRPr lang="pt-PT" sz="17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9382EB-1860-F682-B0D7-376A72564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391850"/>
              </p:ext>
            </p:extLst>
          </p:nvPr>
        </p:nvGraphicFramePr>
        <p:xfrm>
          <a:off x="-2" y="1696405"/>
          <a:ext cx="9143999" cy="5227250"/>
        </p:xfrm>
        <a:graphic>
          <a:graphicData uri="http://schemas.openxmlformats.org/drawingml/2006/table">
            <a:tbl>
              <a:tblPr/>
              <a:tblGrid>
                <a:gridCol w="1254036">
                  <a:extLst>
                    <a:ext uri="{9D8B030D-6E8A-4147-A177-3AD203B41FA5}">
                      <a16:colId xmlns:a16="http://schemas.microsoft.com/office/drawing/2014/main" val="171266226"/>
                    </a:ext>
                  </a:extLst>
                </a:gridCol>
                <a:gridCol w="3422469">
                  <a:extLst>
                    <a:ext uri="{9D8B030D-6E8A-4147-A177-3AD203B41FA5}">
                      <a16:colId xmlns:a16="http://schemas.microsoft.com/office/drawing/2014/main" val="1739035940"/>
                    </a:ext>
                  </a:extLst>
                </a:gridCol>
                <a:gridCol w="1976846">
                  <a:extLst>
                    <a:ext uri="{9D8B030D-6E8A-4147-A177-3AD203B41FA5}">
                      <a16:colId xmlns:a16="http://schemas.microsoft.com/office/drawing/2014/main" val="2017983227"/>
                    </a:ext>
                  </a:extLst>
                </a:gridCol>
                <a:gridCol w="1166948">
                  <a:extLst>
                    <a:ext uri="{9D8B030D-6E8A-4147-A177-3AD203B41FA5}">
                      <a16:colId xmlns:a16="http://schemas.microsoft.com/office/drawing/2014/main" val="563676645"/>
                    </a:ext>
                  </a:extLst>
                </a:gridCol>
                <a:gridCol w="1323700">
                  <a:extLst>
                    <a:ext uri="{9D8B030D-6E8A-4147-A177-3AD203B41FA5}">
                      <a16:colId xmlns:a16="http://schemas.microsoft.com/office/drawing/2014/main" val="3037381216"/>
                    </a:ext>
                  </a:extLst>
                </a:gridCol>
              </a:tblGrid>
              <a:tr h="3612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7A00"/>
                          </a:solidFill>
                        </a:rPr>
                        <a:t>Método</a:t>
                      </a:r>
                      <a:endParaRPr lang="en-US" sz="1600" dirty="0">
                        <a:solidFill>
                          <a:srgbClr val="FF7A00"/>
                        </a:solidFill>
                      </a:endParaRP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rgbClr val="FF7A00"/>
                          </a:solidFill>
                        </a:rPr>
                        <a:t>Endpoint</a:t>
                      </a:r>
                      <a:endParaRPr lang="en-US" sz="1600" dirty="0">
                        <a:solidFill>
                          <a:srgbClr val="FF7A00"/>
                        </a:solidFill>
                      </a:endParaRP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 err="1">
                          <a:solidFill>
                            <a:srgbClr val="FF7A00"/>
                          </a:solidFill>
                        </a:rPr>
                        <a:t>Descrição</a:t>
                      </a:r>
                      <a:endParaRPr lang="en-US" sz="1600" dirty="0">
                        <a:solidFill>
                          <a:srgbClr val="FF7A00"/>
                        </a:solidFill>
                      </a:endParaRP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7A00"/>
                          </a:solidFill>
                        </a:rPr>
                        <a:t>Parâmetros</a:t>
                      </a:r>
                      <a:endParaRPr lang="en-US" sz="1600" dirty="0">
                        <a:solidFill>
                          <a:srgbClr val="FF7A00"/>
                        </a:solidFill>
                      </a:endParaRP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solidFill>
                            <a:srgbClr val="FF7A00"/>
                          </a:solidFill>
                        </a:rPr>
                        <a:t>Requer</a:t>
                      </a:r>
                      <a:r>
                        <a:rPr lang="en-US" sz="1600" b="1" dirty="0">
                          <a:solidFill>
                            <a:srgbClr val="FF7A00"/>
                          </a:solidFill>
                        </a:rPr>
                        <a:t> Token?</a:t>
                      </a:r>
                      <a:endParaRPr lang="en-US" sz="1600" dirty="0">
                        <a:solidFill>
                          <a:srgbClr val="FF7A00"/>
                        </a:solidFill>
                      </a:endParaRP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199272"/>
                  </a:ext>
                </a:extLst>
              </a:tr>
              <a:tr h="832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POST</a:t>
                      </a:r>
                      <a:endParaRPr lang="en-US" sz="16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/api/login</a:t>
                      </a:r>
                      <a:endParaRPr lang="en-US" sz="16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dirty="0"/>
                        <a:t>Autenticação e emissão de token JWT.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—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/>
                        <a:t>Não</a:t>
                      </a:r>
                      <a:endParaRPr lang="en-US" sz="16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809579"/>
                  </a:ext>
                </a:extLst>
              </a:tr>
              <a:tr h="6690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POST</a:t>
                      </a:r>
                      <a:endParaRPr lang="en-US" sz="16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/api/register</a:t>
                      </a:r>
                      <a:endParaRPr lang="en-US" sz="16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 err="1"/>
                        <a:t>Registo</a:t>
                      </a:r>
                      <a:r>
                        <a:rPr lang="en-US" sz="1600" dirty="0"/>
                        <a:t> de </a:t>
                      </a:r>
                      <a:r>
                        <a:rPr lang="en-US" sz="1600" dirty="0" err="1"/>
                        <a:t>estudante</a:t>
                      </a:r>
                      <a:r>
                        <a:rPr lang="en-US" sz="1600" dirty="0"/>
                        <a:t>.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/>
                        <a:t>Não</a:t>
                      </a:r>
                      <a:endParaRPr lang="en-US" sz="16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794853"/>
                  </a:ext>
                </a:extLst>
              </a:tr>
              <a:tr h="1242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GET</a:t>
                      </a:r>
                      <a:endParaRPr lang="en-US" sz="16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/api/questions/{code}</a:t>
                      </a:r>
                      <a:endParaRPr lang="en-US" sz="16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dirty="0"/>
                        <a:t>Obter pergunta ativa identificada por código.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code</a:t>
                      </a:r>
                      <a:r>
                        <a:rPr lang="en-US" sz="1600"/>
                        <a:t> (path)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Sim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361416"/>
                  </a:ext>
                </a:extLst>
              </a:tr>
              <a:tr h="9558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POST</a:t>
                      </a:r>
                      <a:endParaRPr lang="en-US" sz="16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/api/questions/{id}/answer</a:t>
                      </a:r>
                      <a:endParaRPr lang="en-US" sz="16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Submeter </a:t>
                      </a:r>
                      <a:r>
                        <a:rPr lang="en-US" sz="1600" dirty="0" err="1"/>
                        <a:t>resposta</a:t>
                      </a:r>
                      <a:r>
                        <a:rPr lang="en-US" sz="1600" dirty="0"/>
                        <a:t> do </a:t>
                      </a:r>
                      <a:r>
                        <a:rPr lang="en-US" sz="1600" dirty="0" err="1"/>
                        <a:t>estudante</a:t>
                      </a:r>
                      <a:r>
                        <a:rPr lang="en-US" sz="1600" dirty="0"/>
                        <a:t>.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id</a:t>
                      </a:r>
                      <a:r>
                        <a:rPr lang="en-US" sz="1600"/>
                        <a:t> (path)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Sim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151925"/>
                  </a:ext>
                </a:extLst>
              </a:tr>
              <a:tr h="9558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GET</a:t>
                      </a:r>
                      <a:endParaRPr lang="en-US" sz="16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/api/history</a:t>
                      </a:r>
                      <a:endParaRPr lang="en-US" sz="16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dirty="0"/>
                        <a:t>Obter histórico das respostas submetidas.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?from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?to</a:t>
                      </a:r>
                      <a:r>
                        <a:rPr lang="en-US" sz="1600"/>
                        <a:t> (opcional)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Sim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647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221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C34E0-FD66-8756-AB89-7FE8CC69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2351-C9C5-DC39-1E36-A9835BFEA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86930"/>
            <a:ext cx="9143999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Interface RMI (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Planeamento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endParaRPr lang="en-US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453525-5782-10D6-D237-8AAC6FDF1F63}"/>
              </a:ext>
            </a:extLst>
          </p:cNvPr>
          <p:cNvSpPr txBox="1">
            <a:spLocks/>
          </p:cNvSpPr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defTabSz="914400">
              <a:lnSpc>
                <a:spcPct val="90000"/>
              </a:lnSpc>
              <a:buClr>
                <a:srgbClr val="FF7A00"/>
              </a:buClr>
              <a:buNone/>
            </a:pPr>
            <a:r>
              <a:rPr lang="en-US" sz="2000" b="1" dirty="0" err="1"/>
              <a:t>Objetivo</a:t>
            </a:r>
            <a:endParaRPr lang="en-US" sz="2000" b="1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Facilitar</a:t>
            </a:r>
            <a:r>
              <a:rPr lang="en-US" sz="2000" dirty="0"/>
              <a:t> </a:t>
            </a:r>
            <a:r>
              <a:rPr lang="en-US" sz="2000" dirty="0" err="1"/>
              <a:t>futuras</a:t>
            </a:r>
            <a:r>
              <a:rPr lang="en-US" sz="2000" dirty="0"/>
              <a:t> </a:t>
            </a:r>
            <a:r>
              <a:rPr lang="en-US" sz="2000" dirty="0" err="1"/>
              <a:t>integrações</a:t>
            </a:r>
            <a:r>
              <a:rPr lang="en-US" sz="2000" dirty="0"/>
              <a:t> com </a:t>
            </a:r>
            <a:r>
              <a:rPr lang="en-US" sz="2000" dirty="0" err="1"/>
              <a:t>aplicações</a:t>
            </a:r>
            <a:r>
              <a:rPr lang="en-US" sz="2000" dirty="0"/>
              <a:t> Java (ex.: </a:t>
            </a:r>
            <a:r>
              <a:rPr lang="en-US" sz="2000" dirty="0" err="1"/>
              <a:t>aplicações</a:t>
            </a:r>
            <a:r>
              <a:rPr lang="en-US" sz="2000" dirty="0"/>
              <a:t> desktop </a:t>
            </a:r>
            <a:r>
              <a:rPr lang="en-US" sz="2000" dirty="0" err="1"/>
              <a:t>externas</a:t>
            </a:r>
            <a:r>
              <a:rPr lang="en-US" sz="2000" dirty="0"/>
              <a:t>), </a:t>
            </a:r>
            <a:r>
              <a:rPr lang="en-US" sz="2000" dirty="0" err="1"/>
              <a:t>sem</a:t>
            </a:r>
            <a:r>
              <a:rPr lang="en-US" sz="2000" dirty="0"/>
              <a:t> </a:t>
            </a:r>
            <a:r>
              <a:rPr lang="en-US" sz="2000" dirty="0" err="1"/>
              <a:t>necessidade</a:t>
            </a:r>
            <a:r>
              <a:rPr lang="en-US" sz="2000" dirty="0"/>
              <a:t> de HTTP </a:t>
            </a:r>
            <a:r>
              <a:rPr lang="en-US" sz="2000" dirty="0" err="1"/>
              <a:t>ou</a:t>
            </a:r>
            <a:r>
              <a:rPr lang="en-US" sz="2000" dirty="0"/>
              <a:t> REST.</a:t>
            </a:r>
          </a:p>
          <a:p>
            <a:pPr marL="114300" indent="0" defTabSz="914400">
              <a:lnSpc>
                <a:spcPct val="90000"/>
              </a:lnSpc>
              <a:buClr>
                <a:srgbClr val="FF7A00"/>
              </a:buClr>
              <a:buNone/>
            </a:pPr>
            <a:r>
              <a:rPr lang="en-US" sz="2000" b="1" dirty="0" err="1"/>
              <a:t>Funções</a:t>
            </a:r>
            <a:r>
              <a:rPr lang="en-US" sz="2000" b="1" dirty="0"/>
              <a:t> </a:t>
            </a:r>
            <a:r>
              <a:rPr lang="en-US" sz="2000" b="1" dirty="0" err="1"/>
              <a:t>principais</a:t>
            </a:r>
            <a:r>
              <a:rPr lang="en-US" sz="2000" b="1" dirty="0"/>
              <a:t> </a:t>
            </a:r>
            <a:r>
              <a:rPr lang="en-US" sz="2000" b="1" dirty="0" err="1"/>
              <a:t>planejadas</a:t>
            </a:r>
            <a:endParaRPr lang="en-US" sz="2000" b="1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Autenticação</a:t>
            </a:r>
            <a:r>
              <a:rPr lang="en-US" sz="2000" dirty="0"/>
              <a:t> (login(email, password))</a:t>
            </a:r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Registo</a:t>
            </a:r>
            <a:r>
              <a:rPr lang="en-US" sz="2000" dirty="0"/>
              <a:t> de novo </a:t>
            </a:r>
            <a:r>
              <a:rPr lang="en-US" sz="2000" dirty="0" err="1"/>
              <a:t>estudante</a:t>
            </a:r>
            <a:br>
              <a:rPr lang="en-US" sz="2000" dirty="0"/>
            </a:br>
            <a:r>
              <a:rPr lang="en-US" sz="2000" dirty="0"/>
              <a:t>registerStudent(String email, String name, String password, int </a:t>
            </a:r>
            <a:r>
              <a:rPr lang="en-US" sz="2000" dirty="0" err="1"/>
              <a:t>studentNumber</a:t>
            </a:r>
            <a:r>
              <a:rPr lang="en-US" sz="2000" dirty="0"/>
              <a:t>)</a:t>
            </a:r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Obtenção</a:t>
            </a:r>
            <a:r>
              <a:rPr lang="en-US" sz="2000" dirty="0"/>
              <a:t> de </a:t>
            </a:r>
            <a:r>
              <a:rPr lang="en-US" sz="2000" dirty="0" err="1"/>
              <a:t>pergunta</a:t>
            </a:r>
            <a:r>
              <a:rPr lang="en-US" sz="2000" dirty="0"/>
              <a:t> </a:t>
            </a:r>
            <a:r>
              <a:rPr lang="en-US" sz="2000" dirty="0" err="1"/>
              <a:t>ativa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Submissão</a:t>
            </a:r>
            <a:r>
              <a:rPr lang="en-US" sz="2000" dirty="0"/>
              <a:t> de </a:t>
            </a:r>
            <a:r>
              <a:rPr lang="en-US" sz="2000" dirty="0" err="1"/>
              <a:t>resposta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Consulta de histórico</a:t>
            </a:r>
          </a:p>
        </p:txBody>
      </p:sp>
    </p:spTree>
    <p:extLst>
      <p:ext uri="{BB962C8B-B14F-4D97-AF65-F5344CB8AC3E}">
        <p14:creationId xmlns:p14="http://schemas.microsoft.com/office/powerpoint/2010/main" val="1963487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66BE6-6161-998A-DFDE-2AAEB0EB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99B2D-57E3-282F-9058-2047EAC2B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48083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DTOs (Data Transfer Objects)</a:t>
            </a:r>
            <a:endParaRPr lang="en-US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371DAD-5311-9275-BAF4-81FCBE59D7B0}"/>
              </a:ext>
            </a:extLst>
          </p:cNvPr>
          <p:cNvSpPr txBox="1">
            <a:spLocks/>
          </p:cNvSpPr>
          <p:nvPr/>
        </p:nvSpPr>
        <p:spPr>
          <a:xfrm>
            <a:off x="966978" y="1845824"/>
            <a:ext cx="7387313" cy="4089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defTabSz="914400">
              <a:lnSpc>
                <a:spcPct val="90000"/>
              </a:lnSpc>
              <a:buClr>
                <a:srgbClr val="FF7A00"/>
              </a:buClr>
              <a:buNone/>
            </a:pPr>
            <a:r>
              <a:rPr lang="en-US" sz="2000" b="1" dirty="0" err="1"/>
              <a:t>Objetivo</a:t>
            </a:r>
            <a:endParaRPr lang="en-US" sz="2000" b="1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Simplificar</a:t>
            </a:r>
            <a:r>
              <a:rPr lang="en-US" sz="2000" dirty="0"/>
              <a:t> a </a:t>
            </a:r>
            <a:r>
              <a:rPr lang="en-US" sz="2000" dirty="0" err="1"/>
              <a:t>troca</a:t>
            </a:r>
            <a:r>
              <a:rPr lang="en-US" sz="2000" dirty="0"/>
              <a:t> de dados entre </a:t>
            </a:r>
            <a:r>
              <a:rPr lang="en-US" sz="2000" dirty="0" err="1"/>
              <a:t>cliente</a:t>
            </a:r>
            <a:r>
              <a:rPr lang="en-US" sz="2000" dirty="0"/>
              <a:t>, </a:t>
            </a:r>
            <a:r>
              <a:rPr lang="en-US" sz="2000" dirty="0" err="1"/>
              <a:t>servidor</a:t>
            </a:r>
            <a:r>
              <a:rPr lang="en-US" sz="2000" dirty="0"/>
              <a:t> e API, </a:t>
            </a:r>
            <a:r>
              <a:rPr lang="en-US" sz="2000" dirty="0" err="1"/>
              <a:t>evitando</a:t>
            </a:r>
            <a:r>
              <a:rPr lang="en-US" sz="2000" dirty="0"/>
              <a:t> </a:t>
            </a:r>
            <a:r>
              <a:rPr lang="en-US" sz="2000" dirty="0" err="1"/>
              <a:t>expor</a:t>
            </a:r>
            <a:r>
              <a:rPr lang="en-US" sz="2000" dirty="0"/>
              <a:t> a </a:t>
            </a:r>
            <a:r>
              <a:rPr lang="en-US" sz="2000" dirty="0" err="1"/>
              <a:t>estrutura</a:t>
            </a:r>
            <a:r>
              <a:rPr lang="en-US" sz="2000" dirty="0"/>
              <a:t> interna da base de dados.</a:t>
            </a:r>
          </a:p>
          <a:p>
            <a:pPr marL="114300" indent="0" defTabSz="914400">
              <a:lnSpc>
                <a:spcPct val="90000"/>
              </a:lnSpc>
              <a:buClr>
                <a:srgbClr val="FF7A00"/>
              </a:buClr>
              <a:buNone/>
            </a:pPr>
            <a:r>
              <a:rPr lang="en-US" sz="2000" b="1" dirty="0" err="1"/>
              <a:t>Exemplos</a:t>
            </a:r>
            <a:r>
              <a:rPr lang="en-US" sz="2000" b="1" dirty="0"/>
              <a:t> de DTOs (</a:t>
            </a:r>
            <a:r>
              <a:rPr lang="en-US" sz="2000" b="1" dirty="0" err="1"/>
              <a:t>planeados</a:t>
            </a:r>
            <a:r>
              <a:rPr lang="en-US" sz="2000" b="1" dirty="0"/>
              <a:t>)</a:t>
            </a:r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LoginRequest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RegisterRequest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QuestionDTO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AnswerDTO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HistoryDTO</a:t>
            </a:r>
            <a:endParaRPr lang="en-US" sz="2000" dirty="0"/>
          </a:p>
          <a:p>
            <a:pPr marL="114300" indent="0" defTabSz="914400">
              <a:lnSpc>
                <a:spcPct val="90000"/>
              </a:lnSpc>
              <a:buClr>
                <a:srgbClr val="FF7A00"/>
              </a:buClr>
              <a:buNone/>
            </a:pPr>
            <a:r>
              <a:rPr lang="en-US" sz="2000" b="1" dirty="0" err="1"/>
              <a:t>Vantagens</a:t>
            </a:r>
            <a:endParaRPr lang="en-US" sz="2000" b="1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Reduz</a:t>
            </a:r>
            <a:r>
              <a:rPr lang="en-US" sz="2000" dirty="0"/>
              <a:t> </a:t>
            </a:r>
            <a:r>
              <a:rPr lang="en-US" sz="2000" dirty="0" err="1"/>
              <a:t>acoplamento</a:t>
            </a:r>
            <a:r>
              <a:rPr lang="en-US" sz="2000" dirty="0"/>
              <a:t> entre </a:t>
            </a:r>
            <a:r>
              <a:rPr lang="en-US" sz="2000" dirty="0" err="1"/>
              <a:t>camadas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Estruturas</a:t>
            </a:r>
            <a:r>
              <a:rPr lang="en-US" sz="2000" dirty="0"/>
              <a:t> </a:t>
            </a:r>
            <a:r>
              <a:rPr lang="en-US" sz="2000" dirty="0" err="1"/>
              <a:t>claras</a:t>
            </a:r>
            <a:r>
              <a:rPr lang="en-US" sz="2000" dirty="0"/>
              <a:t> e </a:t>
            </a:r>
            <a:r>
              <a:rPr lang="en-US" sz="2000" dirty="0" err="1"/>
              <a:t>específicas</a:t>
            </a:r>
            <a:r>
              <a:rPr lang="en-US" sz="2000" dirty="0"/>
              <a:t> para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operação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Facilita</a:t>
            </a:r>
            <a:r>
              <a:rPr lang="en-US" sz="2000" dirty="0"/>
              <a:t> </a:t>
            </a:r>
            <a:r>
              <a:rPr lang="en-US" sz="2000" dirty="0" err="1"/>
              <a:t>validação</a:t>
            </a:r>
            <a:r>
              <a:rPr lang="en-US" sz="2000" dirty="0"/>
              <a:t> e </a:t>
            </a:r>
            <a:r>
              <a:rPr lang="en-US" sz="2000" dirty="0" err="1"/>
              <a:t>serialização</a:t>
            </a:r>
            <a:r>
              <a:rPr lang="en-US" sz="2000" dirty="0"/>
              <a:t> (JSON)</a:t>
            </a:r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Aumenta</a:t>
            </a:r>
            <a:r>
              <a:rPr lang="en-US" sz="2000" dirty="0"/>
              <a:t> a </a:t>
            </a:r>
            <a:r>
              <a:rPr lang="en-US" sz="2000" dirty="0" err="1"/>
              <a:t>segurança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expor</a:t>
            </a:r>
            <a:r>
              <a:rPr lang="en-US" sz="2000" dirty="0"/>
              <a:t> </a:t>
            </a:r>
            <a:r>
              <a:rPr lang="en-US" sz="2000" dirty="0" err="1"/>
              <a:t>entidades</a:t>
            </a:r>
            <a:r>
              <a:rPr lang="en-US" sz="2000" dirty="0"/>
              <a:t> </a:t>
            </a:r>
            <a:r>
              <a:rPr lang="en-US" sz="2000" dirty="0" err="1"/>
              <a:t>internas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1735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840" y="203117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en-US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Decisões, </a:t>
            </a:r>
            <a:r>
              <a:rPr lang="en-US" sz="36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Justificações</a:t>
            </a:r>
            <a:r>
              <a:rPr lang="en-US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36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Limitações</a:t>
            </a:r>
            <a:endParaRPr lang="en-US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8C5F7C-82D7-7E76-073B-9210A98FE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2" y="1552788"/>
            <a:ext cx="8128360" cy="45839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1. Sincronização da Base de Dados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Desafio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Garantir</a:t>
            </a:r>
            <a:r>
              <a:rPr lang="en-US" sz="2000" dirty="0"/>
              <a:t> </a:t>
            </a:r>
            <a:r>
              <a:rPr lang="en-US" sz="2000" dirty="0" err="1"/>
              <a:t>consistência</a:t>
            </a:r>
            <a:r>
              <a:rPr lang="en-US" sz="2000" dirty="0"/>
              <a:t> entre </a:t>
            </a:r>
            <a:r>
              <a:rPr lang="en-US" sz="2000" dirty="0" err="1"/>
              <a:t>réplicas</a:t>
            </a:r>
            <a:r>
              <a:rPr lang="en-US" sz="2000" dirty="0"/>
              <a:t> num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distribuído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b="1" dirty="0" err="1"/>
              <a:t>Solução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Implementação</a:t>
            </a:r>
            <a:r>
              <a:rPr lang="en-US" sz="2000" dirty="0"/>
              <a:t> de um </a:t>
            </a:r>
            <a:r>
              <a:rPr lang="en-US" sz="2000" dirty="0" err="1"/>
              <a:t>controlo</a:t>
            </a:r>
            <a:r>
              <a:rPr lang="en-US" sz="2000" dirty="0"/>
              <a:t> de </a:t>
            </a:r>
            <a:r>
              <a:rPr lang="en-US" sz="2000" dirty="0" err="1"/>
              <a:t>versões</a:t>
            </a:r>
            <a:r>
              <a:rPr lang="en-US" sz="2000" dirty="0"/>
              <a:t> </a:t>
            </a:r>
            <a:r>
              <a:rPr lang="en-US" sz="2000" dirty="0" err="1"/>
              <a:t>robusto</a:t>
            </a:r>
            <a:r>
              <a:rPr lang="en-US" sz="2000" dirty="0"/>
              <a:t> (SN </a:t>
            </a:r>
            <a:r>
              <a:rPr lang="en-US" sz="2000" dirty="0" err="1"/>
              <a:t>incrementado</a:t>
            </a:r>
            <a:r>
              <a:rPr lang="en-US" sz="2000" dirty="0"/>
              <a:t> a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escrita</a:t>
            </a:r>
            <a:r>
              <a:rPr lang="en-US" sz="2000" dirty="0"/>
              <a:t>).</a:t>
            </a:r>
          </a:p>
          <a:p>
            <a:pPr indent="-228600" defTabSz="914400">
              <a:lnSpc>
                <a:spcPct val="90000"/>
              </a:lnSpc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Se um </a:t>
            </a:r>
            <a:r>
              <a:rPr lang="en-US" sz="2000" dirty="0" err="1"/>
              <a:t>secundário</a:t>
            </a:r>
            <a:r>
              <a:rPr lang="en-US" sz="2000" dirty="0"/>
              <a:t> </a:t>
            </a:r>
            <a:r>
              <a:rPr lang="en-US" sz="2000" dirty="0" err="1"/>
              <a:t>detetar</a:t>
            </a:r>
            <a:r>
              <a:rPr lang="en-US" sz="2000" dirty="0"/>
              <a:t> um </a:t>
            </a:r>
            <a:r>
              <a:rPr lang="en-US" sz="2000" dirty="0" err="1"/>
              <a:t>salto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versão</a:t>
            </a:r>
            <a:r>
              <a:rPr lang="en-US" sz="2000" dirty="0"/>
              <a:t>, </a:t>
            </a:r>
            <a:r>
              <a:rPr lang="en-US" sz="2000" dirty="0" err="1"/>
              <a:t>reinicia</a:t>
            </a:r>
            <a:r>
              <a:rPr lang="en-US" sz="2000" dirty="0"/>
              <a:t> </a:t>
            </a:r>
            <a:r>
              <a:rPr lang="en-US" sz="2000" dirty="0" err="1"/>
              <a:t>automaticamente</a:t>
            </a:r>
            <a:r>
              <a:rPr lang="en-US" sz="2000" dirty="0"/>
              <a:t> e </a:t>
            </a:r>
            <a:r>
              <a:rPr lang="en-US" sz="2000" dirty="0" err="1"/>
              <a:t>sincroniza</a:t>
            </a:r>
            <a:r>
              <a:rPr lang="en-US" sz="2000" dirty="0"/>
              <a:t> </a:t>
            </a:r>
            <a:r>
              <a:rPr lang="en-US" sz="2000" dirty="0" err="1"/>
              <a:t>novamente</a:t>
            </a:r>
            <a:r>
              <a:rPr lang="en-US" sz="2000" dirty="0"/>
              <a:t> para </a:t>
            </a:r>
            <a:r>
              <a:rPr lang="en-US" sz="2000" dirty="0" err="1"/>
              <a:t>garantir</a:t>
            </a:r>
            <a:r>
              <a:rPr lang="en-US" sz="2000" dirty="0"/>
              <a:t> </a:t>
            </a:r>
            <a:r>
              <a:rPr lang="en-US" sz="2000" dirty="0" err="1"/>
              <a:t>integridade</a:t>
            </a:r>
            <a:r>
              <a:rPr lang="en-US" sz="20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2. </a:t>
            </a:r>
            <a:r>
              <a:rPr lang="en-US" sz="2000" b="1" dirty="0" err="1"/>
              <a:t>Concorrência</a:t>
            </a:r>
            <a:r>
              <a:rPr lang="en-US" sz="2000" b="1" dirty="0"/>
              <a:t> (</a:t>
            </a:r>
            <a:r>
              <a:rPr lang="en-US" sz="2000" b="1" dirty="0" err="1"/>
              <a:t>Leitura</a:t>
            </a:r>
            <a:r>
              <a:rPr lang="en-US" sz="2000" b="1" dirty="0"/>
              <a:t> vs. </a:t>
            </a:r>
            <a:r>
              <a:rPr lang="en-US" sz="2000" b="1" dirty="0" err="1"/>
              <a:t>Escrita</a:t>
            </a:r>
            <a:r>
              <a:rPr lang="en-US" sz="2000" b="1" dirty="0"/>
              <a:t>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Desafio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Permitir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vários</a:t>
            </a:r>
            <a:r>
              <a:rPr lang="en-US" sz="2000" dirty="0"/>
              <a:t> </a:t>
            </a:r>
            <a:r>
              <a:rPr lang="en-US" sz="2000" dirty="0" err="1"/>
              <a:t>estudantes</a:t>
            </a:r>
            <a:r>
              <a:rPr lang="en-US" sz="2000" dirty="0"/>
              <a:t> </a:t>
            </a:r>
            <a:r>
              <a:rPr lang="en-US" sz="2000" dirty="0" err="1"/>
              <a:t>consultem</a:t>
            </a:r>
            <a:r>
              <a:rPr lang="en-US" sz="2000" dirty="0"/>
              <a:t> </a:t>
            </a:r>
            <a:r>
              <a:rPr lang="en-US" sz="2000" dirty="0" err="1"/>
              <a:t>perguntas</a:t>
            </a:r>
            <a:r>
              <a:rPr lang="en-US" sz="2000" dirty="0"/>
              <a:t> </a:t>
            </a:r>
            <a:r>
              <a:rPr lang="en-US" sz="2000" dirty="0" err="1"/>
              <a:t>enquanto</a:t>
            </a:r>
            <a:r>
              <a:rPr lang="en-US" sz="2000" dirty="0"/>
              <a:t> 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processa</a:t>
            </a:r>
            <a:r>
              <a:rPr lang="en-US" sz="2000" dirty="0"/>
              <a:t> </a:t>
            </a:r>
            <a:r>
              <a:rPr lang="en-US" sz="2000" dirty="0" err="1"/>
              <a:t>escritas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b="1" dirty="0" err="1"/>
              <a:t>Solução</a:t>
            </a:r>
            <a:r>
              <a:rPr lang="en-US" sz="2000" b="1" dirty="0"/>
              <a:t>:</a:t>
            </a:r>
            <a:r>
              <a:rPr lang="en-US" sz="2000" dirty="0"/>
              <a:t> Uso de </a:t>
            </a:r>
            <a:r>
              <a:rPr lang="en-US" sz="2000" dirty="0" err="1"/>
              <a:t>ReentrantReadWriteLock</a:t>
            </a:r>
            <a:r>
              <a:rPr lang="en-US" sz="2000" dirty="0"/>
              <a:t> no </a:t>
            </a:r>
            <a:r>
              <a:rPr lang="en-US" sz="2000" dirty="0" err="1"/>
              <a:t>DatabaseManager</a:t>
            </a:r>
            <a:r>
              <a:rPr lang="en-US" sz="2000" dirty="0"/>
              <a:t>, </a:t>
            </a:r>
            <a:r>
              <a:rPr lang="en-US" sz="2000" dirty="0" err="1"/>
              <a:t>garantindo</a:t>
            </a:r>
            <a:r>
              <a:rPr lang="en-US" sz="2000" dirty="0"/>
              <a:t>: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Paralelismo</a:t>
            </a:r>
            <a:r>
              <a:rPr lang="en-US" sz="2000" dirty="0"/>
              <a:t> </a:t>
            </a:r>
            <a:r>
              <a:rPr lang="en-US" sz="2000" dirty="0" err="1"/>
              <a:t>seguro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leituras</a:t>
            </a:r>
            <a:endParaRPr lang="en-US" sz="2000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Exclusividade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escritas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B5E23-2880-C776-F646-0D1711F0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42171635-3516-EDCB-07EA-D08F29798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20983DA-6C3E-1F2B-2E5F-2ACC235A3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E095BB8-BBC6-6108-120B-E33C92A5F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89259F0-7D8F-FACD-8A65-D7361D28C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7F496C3A-CC36-E5D7-2156-269064C67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7A05-3215-1605-EEDC-859029BD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840" y="203117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en-US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Decisões, </a:t>
            </a:r>
            <a:r>
              <a:rPr lang="en-US" sz="36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Justificações</a:t>
            </a:r>
            <a:r>
              <a:rPr lang="en-US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36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Limitações</a:t>
            </a:r>
            <a:endParaRPr lang="en-US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7C0A0A-C7EF-5170-AEDE-E1C9E0628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840" y="1338269"/>
            <a:ext cx="8128360" cy="40118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pt-BR" sz="2000" b="1" dirty="0"/>
              <a:t>3. Recuperação Transparente do Cliente</a:t>
            </a:r>
          </a:p>
          <a:p>
            <a:r>
              <a:rPr lang="pt-BR" sz="2000" b="1" dirty="0"/>
              <a:t>Desafio:</a:t>
            </a:r>
            <a:r>
              <a:rPr lang="pt-BR" sz="2000" dirty="0"/>
              <a:t> Evitar falhas no cliente quando o servidor cai.</a:t>
            </a:r>
            <a:br>
              <a:rPr lang="pt-BR" sz="2000" dirty="0"/>
            </a:br>
            <a:r>
              <a:rPr lang="pt-BR" sz="2000" b="1" dirty="0"/>
              <a:t>Solução: </a:t>
            </a:r>
            <a:r>
              <a:rPr lang="pt-BR" sz="2000" dirty="0"/>
              <a:t>Cliente deteta EOF e reconecta automaticamente à Diretoria.</a:t>
            </a:r>
          </a:p>
          <a:p>
            <a:r>
              <a:rPr lang="pt-BR" sz="2000" dirty="0"/>
              <a:t>Recebe o novo Primário sem interrupção da experiência.</a:t>
            </a:r>
          </a:p>
          <a:p>
            <a:endParaRPr lang="pt-BR" sz="2000" dirty="0"/>
          </a:p>
          <a:p>
            <a:r>
              <a:rPr lang="pt-BR" sz="2000" b="1" dirty="0"/>
              <a:t>4. Estratégia de Replicação</a:t>
            </a:r>
          </a:p>
          <a:p>
            <a:r>
              <a:rPr lang="pt-BR" sz="2000" b="1" dirty="0"/>
              <a:t>Decisão:</a:t>
            </a:r>
            <a:r>
              <a:rPr lang="pt-BR" sz="2000" dirty="0"/>
              <a:t> Replicação baseada na propagação de instruções SQL via Multicast.</a:t>
            </a:r>
            <a:br>
              <a:rPr lang="pt-BR" sz="2000" dirty="0"/>
            </a:br>
            <a:r>
              <a:rPr lang="pt-BR" sz="2000" b="1" dirty="0"/>
              <a:t>Justificação: </a:t>
            </a:r>
            <a:r>
              <a:rPr lang="pt-BR" sz="2000" dirty="0"/>
              <a:t>Muito mais leve do que enviar ficheiros completos de BD.</a:t>
            </a:r>
          </a:p>
          <a:p>
            <a:r>
              <a:rPr lang="pt-BR" sz="2000" dirty="0"/>
              <a:t>Permite que todos os servidores apliquem a mesma sequência de operações.</a:t>
            </a:r>
          </a:p>
        </p:txBody>
      </p:sp>
    </p:spTree>
    <p:extLst>
      <p:ext uri="{BB962C8B-B14F-4D97-AF65-F5344CB8AC3E}">
        <p14:creationId xmlns:p14="http://schemas.microsoft.com/office/powerpoint/2010/main" val="4186115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A5D334-866D-AB8B-75F6-031529DB7CF7}"/>
              </a:ext>
            </a:extLst>
          </p:cNvPr>
          <p:cNvSpPr txBox="1"/>
          <p:nvPr/>
        </p:nvSpPr>
        <p:spPr>
          <a:xfrm>
            <a:off x="0" y="386930"/>
            <a:ext cx="9144000" cy="8148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latin typeface="+mj-lt"/>
                <a:ea typeface="+mj-ea"/>
                <a:cs typeface="+mj-cs"/>
              </a:rPr>
              <a:t>Manual de </a:t>
            </a:r>
            <a:r>
              <a:rPr lang="en-US" sz="3600" b="1" kern="1200" dirty="0" err="1">
                <a:latin typeface="+mj-lt"/>
                <a:ea typeface="+mj-ea"/>
                <a:cs typeface="+mj-cs"/>
              </a:rPr>
              <a:t>Utilizador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: 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/>
              <a:t>Configuração</a:t>
            </a:r>
            <a:r>
              <a:rPr lang="en-US" sz="3600" b="1" dirty="0"/>
              <a:t> e </a:t>
            </a:r>
            <a:r>
              <a:rPr lang="en-US" sz="3600" b="1" dirty="0" err="1"/>
              <a:t>Arranque</a:t>
            </a:r>
            <a:endParaRPr lang="en-US" sz="36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F38BD-ACCA-A61B-CA93-970C20FFA5AD}"/>
              </a:ext>
            </a:extLst>
          </p:cNvPr>
          <p:cNvSpPr txBox="1"/>
          <p:nvPr/>
        </p:nvSpPr>
        <p:spPr>
          <a:xfrm>
            <a:off x="1341120" y="1575880"/>
            <a:ext cx="646176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1. </a:t>
            </a:r>
            <a:r>
              <a:rPr lang="en-US" sz="2000" b="1" dirty="0" err="1"/>
              <a:t>Serviço</a:t>
            </a:r>
            <a:r>
              <a:rPr lang="en-US" sz="2000" b="1" dirty="0"/>
              <a:t> de </a:t>
            </a:r>
            <a:r>
              <a:rPr lang="en-US" sz="2000" b="1" dirty="0" err="1"/>
              <a:t>diretoria</a:t>
            </a:r>
            <a:endParaRPr lang="en-US" sz="20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Comando</a:t>
            </a:r>
            <a:r>
              <a:rPr lang="en-US" sz="2000" b="1" dirty="0"/>
              <a:t>: </a:t>
            </a:r>
            <a:r>
              <a:rPr lang="en-US" sz="2000" dirty="0"/>
              <a:t>java </a:t>
            </a:r>
            <a:r>
              <a:rPr lang="en-US" sz="2000" dirty="0" err="1"/>
              <a:t>pt.isec.pd.directory.Main</a:t>
            </a:r>
            <a:r>
              <a:rPr lang="en-US" sz="2000" dirty="0"/>
              <a:t> &lt;</a:t>
            </a:r>
            <a:r>
              <a:rPr lang="en-US" sz="2000" dirty="0" err="1"/>
              <a:t>Porto_UDP</a:t>
            </a:r>
            <a:r>
              <a:rPr lang="en-US" sz="2000" dirty="0"/>
              <a:t>&gt;</a:t>
            </a:r>
            <a:br>
              <a:rPr lang="en-US" sz="2000" dirty="0"/>
            </a:br>
            <a:r>
              <a:rPr lang="en-US" sz="2000" b="1" dirty="0" err="1"/>
              <a:t>Exemplo</a:t>
            </a:r>
            <a:r>
              <a:rPr lang="en-US" sz="2000" b="1" dirty="0"/>
              <a:t>: </a:t>
            </a:r>
            <a:r>
              <a:rPr lang="en-US" sz="2000" dirty="0"/>
              <a:t>java </a:t>
            </a:r>
            <a:r>
              <a:rPr lang="en-US" sz="2000" dirty="0" err="1"/>
              <a:t>pt.isec.pd.directory.Main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9000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2. </a:t>
            </a:r>
            <a:r>
              <a:rPr lang="en-US" sz="2000" b="1" dirty="0" err="1"/>
              <a:t>Servidores</a:t>
            </a:r>
            <a:r>
              <a:rPr lang="en-US" sz="2000" b="1" dirty="0"/>
              <a:t> (</a:t>
            </a:r>
            <a:r>
              <a:rPr lang="en-US" sz="2000" b="1" dirty="0" err="1"/>
              <a:t>Primário</a:t>
            </a:r>
            <a:r>
              <a:rPr lang="en-US" sz="2000" b="1" dirty="0"/>
              <a:t> + </a:t>
            </a:r>
            <a:r>
              <a:rPr lang="en-US" sz="2000" b="1" dirty="0" err="1"/>
              <a:t>Secundários</a:t>
            </a:r>
            <a:r>
              <a:rPr lang="en-US" sz="2000" b="1" dirty="0"/>
              <a:t>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Comando</a:t>
            </a:r>
            <a:r>
              <a:rPr lang="en-US" sz="2000" b="1" dirty="0"/>
              <a:t>: </a:t>
            </a:r>
            <a:r>
              <a:rPr lang="en-US" sz="2000" dirty="0"/>
              <a:t>java </a:t>
            </a:r>
            <a:r>
              <a:rPr lang="en-US" sz="2000" dirty="0" err="1"/>
              <a:t>pt.isec.pd.server.Main</a:t>
            </a:r>
            <a:r>
              <a:rPr lang="en-US" sz="2000" dirty="0"/>
              <a:t> &lt;</a:t>
            </a:r>
            <a:r>
              <a:rPr lang="en-US" sz="2000" dirty="0" err="1"/>
              <a:t>IP_Dir</a:t>
            </a:r>
            <a:r>
              <a:rPr lang="en-US" sz="2000" dirty="0"/>
              <a:t>&gt;:&lt;</a:t>
            </a:r>
            <a:r>
              <a:rPr lang="en-US" sz="2000" dirty="0" err="1"/>
              <a:t>Porto_Dir</a:t>
            </a:r>
            <a:r>
              <a:rPr lang="en-US" sz="2000" dirty="0"/>
              <a:t>&gt; &lt;</a:t>
            </a:r>
            <a:r>
              <a:rPr lang="en-US" sz="2000" dirty="0" err="1"/>
              <a:t>IP_Multicast</a:t>
            </a:r>
            <a:r>
              <a:rPr lang="en-US" sz="2000" dirty="0"/>
              <a:t>&gt; &lt;</a:t>
            </a:r>
            <a:r>
              <a:rPr lang="en-US" sz="2000" dirty="0" err="1"/>
              <a:t>Pasta_BD</a:t>
            </a:r>
            <a:r>
              <a:rPr lang="en-US" sz="2000" dirty="0"/>
              <a:t>&gt;</a:t>
            </a:r>
            <a:br>
              <a:rPr lang="en-US" sz="2000" dirty="0"/>
            </a:br>
            <a:r>
              <a:rPr lang="en-US" sz="2000" b="1" dirty="0" err="1"/>
              <a:t>Exemplo</a:t>
            </a:r>
            <a:r>
              <a:rPr lang="en-US" sz="2000" b="1" dirty="0"/>
              <a:t>: </a:t>
            </a:r>
            <a:r>
              <a:rPr lang="en-US" sz="2000" dirty="0"/>
              <a:t>java </a:t>
            </a:r>
            <a:r>
              <a:rPr lang="en-US" sz="2000" dirty="0" err="1"/>
              <a:t>pt.isec.pd.server.Main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127.0.0.1:9000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230.30.30.30 ./</a:t>
            </a:r>
            <a:r>
              <a:rPr lang="en-US" sz="2000" dirty="0" err="1">
                <a:highlight>
                  <a:srgbClr val="FFFF00"/>
                </a:highlight>
              </a:rPr>
              <a:t>db_storage</a:t>
            </a:r>
            <a:endParaRPr lang="en-US" sz="2000" dirty="0">
              <a:highlight>
                <a:srgbClr val="FFFF00"/>
              </a:highlight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O </a:t>
            </a:r>
            <a:r>
              <a:rPr lang="en-US" dirty="0" err="1"/>
              <a:t>primeiro</a:t>
            </a:r>
            <a:r>
              <a:rPr lang="en-US" dirty="0"/>
              <a:t> </a:t>
            </a:r>
            <a:r>
              <a:rPr lang="en-US" dirty="0" err="1"/>
              <a:t>servidor</a:t>
            </a:r>
            <a:r>
              <a:rPr lang="en-US" dirty="0"/>
              <a:t> </a:t>
            </a:r>
            <a:r>
              <a:rPr lang="en-US" dirty="0" err="1"/>
              <a:t>iniciado</a:t>
            </a:r>
            <a:r>
              <a:rPr lang="en-US" dirty="0"/>
              <a:t> </a:t>
            </a:r>
            <a:r>
              <a:rPr lang="en-US" dirty="0" err="1"/>
              <a:t>torna</a:t>
            </a:r>
            <a:r>
              <a:rPr lang="en-US" dirty="0"/>
              <a:t>-se </a:t>
            </a:r>
            <a:r>
              <a:rPr lang="en-US" dirty="0" err="1"/>
              <a:t>Primário</a:t>
            </a:r>
            <a:br>
              <a:rPr lang="en-US" dirty="0"/>
            </a:b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restantes</a:t>
            </a:r>
            <a:r>
              <a:rPr lang="en-US" dirty="0"/>
              <a:t> </a:t>
            </a:r>
            <a:r>
              <a:rPr lang="en-US" dirty="0" err="1"/>
              <a:t>tornam</a:t>
            </a:r>
            <a:r>
              <a:rPr lang="en-US" dirty="0"/>
              <a:t>-se </a:t>
            </a:r>
            <a:r>
              <a:rPr lang="en-US" dirty="0" err="1"/>
              <a:t>Secundários</a:t>
            </a:r>
            <a:r>
              <a:rPr lang="en-US" dirty="0"/>
              <a:t> e </a:t>
            </a:r>
            <a:r>
              <a:rPr lang="en-US" dirty="0" err="1"/>
              <a:t>sincronizam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via TCP/Multicast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3. </a:t>
            </a:r>
            <a:r>
              <a:rPr lang="en-US" sz="2000" b="1" dirty="0" err="1"/>
              <a:t>Cliente</a:t>
            </a:r>
            <a:r>
              <a:rPr lang="en-US" sz="2000" b="1" dirty="0"/>
              <a:t> (Interface Gráfica JavaFX)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Comando</a:t>
            </a:r>
            <a:r>
              <a:rPr lang="en-US" sz="2000" b="1" dirty="0"/>
              <a:t>: </a:t>
            </a:r>
            <a:r>
              <a:rPr lang="en-US" sz="2000" dirty="0"/>
              <a:t>java </a:t>
            </a:r>
            <a:r>
              <a:rPr lang="en-US" sz="2000" dirty="0" err="1"/>
              <a:t>pt.isec.pd.client.Main</a:t>
            </a:r>
            <a:r>
              <a:rPr lang="en-US" sz="2000" dirty="0"/>
              <a:t> &lt;</a:t>
            </a:r>
            <a:r>
              <a:rPr lang="en-US" sz="2000" dirty="0" err="1"/>
              <a:t>IP_Dir</a:t>
            </a:r>
            <a:r>
              <a:rPr lang="en-US" sz="2000" dirty="0"/>
              <a:t>&gt; &lt;</a:t>
            </a:r>
            <a:r>
              <a:rPr lang="en-US" sz="2000" dirty="0" err="1"/>
              <a:t>Porto_Dir</a:t>
            </a:r>
            <a:r>
              <a:rPr lang="en-US" sz="2000" dirty="0"/>
              <a:t>&gt;</a:t>
            </a:r>
            <a:br>
              <a:rPr lang="en-US" sz="2000" dirty="0"/>
            </a:br>
            <a:r>
              <a:rPr lang="en-US" sz="2000" b="1" dirty="0" err="1"/>
              <a:t>Exemplo</a:t>
            </a:r>
            <a:r>
              <a:rPr lang="en-US" sz="2000" b="1" dirty="0"/>
              <a:t>: </a:t>
            </a:r>
            <a:r>
              <a:rPr lang="en-US" sz="2000" dirty="0"/>
              <a:t>java </a:t>
            </a:r>
            <a:r>
              <a:rPr lang="en-US" sz="2000" dirty="0" err="1"/>
              <a:t>pt.isec.pd.client.Main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127.0.0.1 9000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F5537A-2F74-2322-3CFC-6B1BD217958B}"/>
              </a:ext>
            </a:extLst>
          </p:cNvPr>
          <p:cNvCxnSpPr>
            <a:cxnSpLocks/>
          </p:cNvCxnSpPr>
          <p:nvPr/>
        </p:nvCxnSpPr>
        <p:spPr>
          <a:xfrm>
            <a:off x="343989" y="1254035"/>
            <a:ext cx="8456023" cy="0"/>
          </a:xfrm>
          <a:prstGeom prst="line">
            <a:avLst/>
          </a:prstGeom>
          <a:ln w="38100">
            <a:solidFill>
              <a:srgbClr val="FF7A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514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8D20-E30F-DD05-0D70-B8ED5AD50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B73FBA-C897-8D7C-3C62-A6129431DAE8}"/>
              </a:ext>
            </a:extLst>
          </p:cNvPr>
          <p:cNvSpPr txBox="1"/>
          <p:nvPr/>
        </p:nvSpPr>
        <p:spPr>
          <a:xfrm>
            <a:off x="0" y="386930"/>
            <a:ext cx="9144000" cy="814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latin typeface="+mj-lt"/>
                <a:ea typeface="+mj-ea"/>
                <a:cs typeface="+mj-cs"/>
              </a:rPr>
              <a:t>Manual de </a:t>
            </a:r>
            <a:r>
              <a:rPr lang="en-US" sz="3600" b="1" kern="1200" dirty="0" err="1">
                <a:latin typeface="+mj-lt"/>
                <a:ea typeface="+mj-ea"/>
                <a:cs typeface="+mj-cs"/>
              </a:rPr>
              <a:t>Utilizador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: </a:t>
            </a:r>
            <a:r>
              <a:rPr lang="en-US" sz="3600" b="1" dirty="0" err="1"/>
              <a:t>Perfil</a:t>
            </a:r>
            <a:r>
              <a:rPr lang="en-US" sz="3600" b="1" dirty="0"/>
              <a:t> </a:t>
            </a:r>
            <a:r>
              <a:rPr lang="en-US" sz="3600" b="1" dirty="0" err="1"/>
              <a:t>Docente</a:t>
            </a:r>
            <a:endParaRPr lang="en-US" sz="36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B6730-D960-6B95-B44A-4628A22B7432}"/>
              </a:ext>
            </a:extLst>
          </p:cNvPr>
          <p:cNvSpPr txBox="1"/>
          <p:nvPr/>
        </p:nvSpPr>
        <p:spPr>
          <a:xfrm>
            <a:off x="1341120" y="1575880"/>
            <a:ext cx="64617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1. Registo</a:t>
            </a:r>
          </a:p>
          <a:p>
            <a:r>
              <a:rPr lang="pt-BR" sz="2000" dirty="0"/>
              <a:t>Selecionar Register: Teacher</a:t>
            </a:r>
          </a:p>
          <a:p>
            <a:r>
              <a:rPr lang="pt-BR" sz="2000" dirty="0"/>
              <a:t>Introduzir: nome, email, password</a:t>
            </a:r>
          </a:p>
          <a:p>
            <a:r>
              <a:rPr lang="pt-BR" sz="2000" dirty="0"/>
              <a:t>Código obrigatório: p4Ssw0!3d (controlo de acesso docente)</a:t>
            </a:r>
          </a:p>
          <a:p>
            <a:endParaRPr lang="pt-BR" sz="2000" dirty="0"/>
          </a:p>
          <a:p>
            <a:r>
              <a:rPr lang="pt-BR" sz="2000" b="1" dirty="0"/>
              <a:t>2. Criar Pergunta</a:t>
            </a:r>
          </a:p>
          <a:p>
            <a:r>
              <a:rPr lang="pt-BR" sz="2000" dirty="0"/>
              <a:t>Inserir enunciado e opções (≥ 2)</a:t>
            </a:r>
          </a:p>
          <a:p>
            <a:r>
              <a:rPr lang="pt-BR" sz="2000" dirty="0"/>
              <a:t>Marcar a opção correta</a:t>
            </a:r>
          </a:p>
          <a:p>
            <a:r>
              <a:rPr lang="pt-BR" sz="2000" dirty="0"/>
              <a:t>Definir Período de Disponibilidade (início e fim)</a:t>
            </a:r>
          </a:p>
          <a:p>
            <a:r>
              <a:rPr lang="pt-BR" sz="2000" dirty="0"/>
              <a:t>Guardar pergunta (fica ativa para os estudantes)</a:t>
            </a:r>
          </a:p>
          <a:p>
            <a:br>
              <a:rPr lang="pt-BR" sz="2000" dirty="0"/>
            </a:br>
            <a:r>
              <a:rPr lang="pt-BR" sz="2000" b="1" dirty="0"/>
              <a:t>3. Consultar Resultados</a:t>
            </a:r>
          </a:p>
          <a:p>
            <a:r>
              <a:rPr lang="pt-BR" sz="2000" dirty="0"/>
              <a:t>Menu History</a:t>
            </a:r>
          </a:p>
          <a:p>
            <a:r>
              <a:rPr lang="pt-BR" sz="2000" dirty="0"/>
              <a:t>Ver estado das perguntas (Ativa / Futura / Expirada)</a:t>
            </a:r>
          </a:p>
          <a:p>
            <a:r>
              <a:rPr lang="pt-BR" sz="2000" dirty="0"/>
              <a:t>Ver respostas dos alunos</a:t>
            </a:r>
          </a:p>
          <a:p>
            <a:r>
              <a:rPr lang="pt-BR" sz="2000" dirty="0"/>
              <a:t>Exportar resultados para CSV/Excel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7618BB-A7D3-66CA-490E-CB1AF7A0CD2D}"/>
              </a:ext>
            </a:extLst>
          </p:cNvPr>
          <p:cNvCxnSpPr>
            <a:cxnSpLocks/>
          </p:cNvCxnSpPr>
          <p:nvPr/>
        </p:nvCxnSpPr>
        <p:spPr>
          <a:xfrm>
            <a:off x="343989" y="1254035"/>
            <a:ext cx="8456023" cy="0"/>
          </a:xfrm>
          <a:prstGeom prst="line">
            <a:avLst/>
          </a:prstGeom>
          <a:ln w="38100">
            <a:solidFill>
              <a:srgbClr val="FF7A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903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0BD36-0703-A126-09DE-0A2C76F8A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89CE4E-C4F5-1F9C-CE06-4D6FA2E978A1}"/>
              </a:ext>
            </a:extLst>
          </p:cNvPr>
          <p:cNvSpPr txBox="1"/>
          <p:nvPr/>
        </p:nvSpPr>
        <p:spPr>
          <a:xfrm>
            <a:off x="0" y="386930"/>
            <a:ext cx="9144000" cy="814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latin typeface="+mj-lt"/>
                <a:ea typeface="+mj-ea"/>
                <a:cs typeface="+mj-cs"/>
              </a:rPr>
              <a:t>Manual de </a:t>
            </a:r>
            <a:r>
              <a:rPr lang="en-US" sz="3600" b="1" kern="1200" dirty="0" err="1">
                <a:latin typeface="+mj-lt"/>
                <a:ea typeface="+mj-ea"/>
                <a:cs typeface="+mj-cs"/>
              </a:rPr>
              <a:t>Utilizador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: </a:t>
            </a:r>
            <a:r>
              <a:rPr lang="en-US" sz="3600" b="1" dirty="0" err="1"/>
              <a:t>Perfil</a:t>
            </a:r>
            <a:r>
              <a:rPr lang="en-US" sz="3600" b="1" dirty="0"/>
              <a:t> </a:t>
            </a:r>
            <a:r>
              <a:rPr lang="en-US" sz="3600" b="1" dirty="0" err="1"/>
              <a:t>Estudante</a:t>
            </a:r>
            <a:endParaRPr lang="en-US" sz="36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09706-F6EB-CF48-8E33-89C275417411}"/>
              </a:ext>
            </a:extLst>
          </p:cNvPr>
          <p:cNvSpPr txBox="1"/>
          <p:nvPr/>
        </p:nvSpPr>
        <p:spPr>
          <a:xfrm>
            <a:off x="1341120" y="1575880"/>
            <a:ext cx="64617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1. Acesso</a:t>
            </a:r>
          </a:p>
          <a:p>
            <a:r>
              <a:rPr lang="pt-BR" sz="2000" dirty="0"/>
              <a:t>Registar como Student (número único)</a:t>
            </a:r>
          </a:p>
          <a:p>
            <a:r>
              <a:rPr lang="pt-BR" sz="2000" dirty="0"/>
              <a:t>Autenticar com email + password</a:t>
            </a:r>
          </a:p>
          <a:p>
            <a:endParaRPr lang="pt-BR" sz="2000" dirty="0"/>
          </a:p>
          <a:p>
            <a:r>
              <a:rPr lang="pt-BR" sz="2000" b="1" dirty="0"/>
              <a:t>2. Responder Pergunta</a:t>
            </a:r>
          </a:p>
          <a:p>
            <a:r>
              <a:rPr lang="pt-BR" sz="2000" dirty="0"/>
              <a:t>Inserir código da pergunta</a:t>
            </a:r>
          </a:p>
          <a:p>
            <a:r>
              <a:rPr lang="pt-BR" sz="2000" dirty="0"/>
              <a:t>Se estiver dentro do horário, a pergunta é apresentada</a:t>
            </a:r>
          </a:p>
          <a:p>
            <a:r>
              <a:rPr lang="pt-BR" sz="2000" dirty="0"/>
              <a:t>Selecionar a opção</a:t>
            </a:r>
          </a:p>
          <a:p>
            <a:r>
              <a:rPr lang="pt-BR" sz="2000" dirty="0"/>
              <a:t>Clicar Submit</a:t>
            </a:r>
          </a:p>
          <a:p>
            <a:r>
              <a:rPr lang="pt-BR" sz="2000" dirty="0"/>
              <a:t>Confirmação imediata de submissão</a:t>
            </a:r>
          </a:p>
          <a:p>
            <a:br>
              <a:rPr lang="pt-BR" sz="2000" dirty="0"/>
            </a:br>
            <a:r>
              <a:rPr lang="pt-BR" sz="2000" b="1" dirty="0"/>
              <a:t>3. Histórico</a:t>
            </a:r>
          </a:p>
          <a:p>
            <a:r>
              <a:rPr lang="pt-BR" sz="2000" dirty="0"/>
              <a:t>Menu History</a:t>
            </a:r>
          </a:p>
          <a:p>
            <a:r>
              <a:rPr lang="pt-BR" sz="2000" dirty="0"/>
              <a:t>Ver todas as respostas submetidas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396409-E21B-52DE-DF76-32871D032A58}"/>
              </a:ext>
            </a:extLst>
          </p:cNvPr>
          <p:cNvCxnSpPr>
            <a:cxnSpLocks/>
          </p:cNvCxnSpPr>
          <p:nvPr/>
        </p:nvCxnSpPr>
        <p:spPr>
          <a:xfrm>
            <a:off x="343989" y="1254035"/>
            <a:ext cx="8456023" cy="0"/>
          </a:xfrm>
          <a:prstGeom prst="line">
            <a:avLst/>
          </a:prstGeom>
          <a:ln w="38100">
            <a:solidFill>
              <a:srgbClr val="FF7A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76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30" y="654967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en-US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Conclusão</a:t>
            </a:r>
            <a:endParaRPr lang="en-US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6C8E53-E23F-2DD5-4E11-C400577D2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69" y="1689463"/>
            <a:ext cx="7306491" cy="41498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</a:pPr>
            <a:r>
              <a:rPr lang="en-US" sz="2000" b="1" dirty="0" err="1"/>
              <a:t>Objetivos</a:t>
            </a:r>
            <a:r>
              <a:rPr lang="en-US" sz="2000" b="1" dirty="0"/>
              <a:t> </a:t>
            </a:r>
            <a:r>
              <a:rPr lang="en-US" sz="2000" b="1" dirty="0" err="1"/>
              <a:t>Atingidos</a:t>
            </a:r>
            <a:endParaRPr lang="en-US" sz="2000" b="1" dirty="0"/>
          </a:p>
          <a:p>
            <a:pPr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</a:pPr>
            <a:r>
              <a:rPr lang="en-US" sz="2000" dirty="0"/>
              <a:t>1. </a:t>
            </a:r>
            <a:r>
              <a:rPr lang="en-US" sz="2000" dirty="0" err="1"/>
              <a:t>Implementação</a:t>
            </a:r>
            <a:r>
              <a:rPr lang="en-US" sz="2000" dirty="0"/>
              <a:t> de um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distribuído</a:t>
            </a:r>
            <a:r>
              <a:rPr lang="en-US" sz="2000" dirty="0"/>
              <a:t> </a:t>
            </a:r>
            <a:r>
              <a:rPr lang="en-US" sz="2000" dirty="0" err="1"/>
              <a:t>robusto</a:t>
            </a:r>
            <a:r>
              <a:rPr lang="en-US" sz="2000" dirty="0"/>
              <a:t> e </a:t>
            </a:r>
            <a:r>
              <a:rPr lang="en-US" sz="2000" dirty="0" err="1"/>
              <a:t>tolerante</a:t>
            </a:r>
            <a:r>
              <a:rPr lang="en-US" sz="2000" dirty="0"/>
              <a:t> a </a:t>
            </a:r>
            <a:r>
              <a:rPr lang="en-US" sz="2000" dirty="0" err="1"/>
              <a:t>falhas</a:t>
            </a:r>
            <a:r>
              <a:rPr lang="en-US" sz="2000" dirty="0"/>
              <a:t>, </a:t>
            </a:r>
            <a:r>
              <a:rPr lang="en-US" sz="2000" dirty="0" err="1"/>
              <a:t>capaz</a:t>
            </a:r>
            <a:r>
              <a:rPr lang="en-US" sz="2000" dirty="0"/>
              <a:t> de </a:t>
            </a:r>
            <a:r>
              <a:rPr lang="en-US" sz="2000" dirty="0" err="1"/>
              <a:t>continuar</a:t>
            </a:r>
            <a:r>
              <a:rPr lang="en-US" sz="2000" dirty="0"/>
              <a:t> </a:t>
            </a:r>
            <a:r>
              <a:rPr lang="en-US" sz="2000" dirty="0" err="1"/>
              <a:t>operacional</a:t>
            </a:r>
            <a:r>
              <a:rPr lang="en-US" sz="2000" dirty="0"/>
              <a:t> </a:t>
            </a:r>
            <a:r>
              <a:rPr lang="en-US" sz="2000" dirty="0" err="1"/>
              <a:t>mesmo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servidores</a:t>
            </a:r>
            <a:r>
              <a:rPr lang="en-US" sz="2000" dirty="0"/>
              <a:t> </a:t>
            </a:r>
            <a:r>
              <a:rPr lang="en-US" sz="2000" dirty="0" err="1"/>
              <a:t>secundários</a:t>
            </a:r>
            <a:r>
              <a:rPr lang="en-US" sz="2000" dirty="0"/>
              <a:t> </a:t>
            </a:r>
            <a:r>
              <a:rPr lang="en-US" sz="2000" dirty="0" err="1"/>
              <a:t>falhem</a:t>
            </a:r>
            <a:r>
              <a:rPr lang="en-US" sz="2000" dirty="0"/>
              <a:t>.</a:t>
            </a:r>
          </a:p>
          <a:p>
            <a:pPr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</a:pPr>
            <a:r>
              <a:rPr lang="en-US" sz="2000" dirty="0"/>
              <a:t>2. </a:t>
            </a:r>
            <a:r>
              <a:rPr lang="en-US" sz="2000" dirty="0" err="1"/>
              <a:t>Integração</a:t>
            </a:r>
            <a:r>
              <a:rPr lang="en-US" sz="2000" dirty="0"/>
              <a:t> </a:t>
            </a:r>
            <a:r>
              <a:rPr lang="en-US" sz="2000" dirty="0" err="1"/>
              <a:t>eficiente</a:t>
            </a:r>
            <a:r>
              <a:rPr lang="en-US" sz="2000" dirty="0"/>
              <a:t> de </a:t>
            </a:r>
            <a:r>
              <a:rPr lang="en-US" sz="2000" dirty="0" err="1"/>
              <a:t>protocolos</a:t>
            </a:r>
            <a:r>
              <a:rPr lang="en-US" sz="2000" dirty="0"/>
              <a:t> </a:t>
            </a:r>
            <a:r>
              <a:rPr lang="en-US" sz="2000" dirty="0" err="1"/>
              <a:t>híbridos</a:t>
            </a:r>
            <a:r>
              <a:rPr lang="en-US" sz="2000" dirty="0"/>
              <a:t>:</a:t>
            </a:r>
          </a:p>
          <a:p>
            <a:pPr marL="571500" lvl="1" indent="-3429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TCP para </a:t>
            </a:r>
            <a:r>
              <a:rPr lang="en-US" sz="2000" dirty="0" err="1"/>
              <a:t>pedidos</a:t>
            </a:r>
            <a:r>
              <a:rPr lang="en-US" sz="2000" dirty="0"/>
              <a:t> e </a:t>
            </a:r>
            <a:r>
              <a:rPr lang="en-US" sz="2000" dirty="0" err="1"/>
              <a:t>respostas</a:t>
            </a:r>
            <a:r>
              <a:rPr lang="en-US" sz="2000" dirty="0"/>
              <a:t>,</a:t>
            </a:r>
          </a:p>
          <a:p>
            <a:pPr marL="571500" lvl="1" indent="-3429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UDP/Multicast para </a:t>
            </a:r>
            <a:r>
              <a:rPr lang="en-US" sz="2000" dirty="0" err="1"/>
              <a:t>descoberta</a:t>
            </a:r>
            <a:r>
              <a:rPr lang="en-US" sz="2000" dirty="0"/>
              <a:t>, </a:t>
            </a:r>
            <a:r>
              <a:rPr lang="en-US" sz="2000" dirty="0" err="1"/>
              <a:t>versões</a:t>
            </a:r>
            <a:r>
              <a:rPr lang="en-US" sz="2000" dirty="0"/>
              <a:t> e </a:t>
            </a:r>
            <a:r>
              <a:rPr lang="en-US" sz="2000" dirty="0" err="1"/>
              <a:t>sincronização</a:t>
            </a:r>
            <a:r>
              <a:rPr lang="en-US" sz="2000" dirty="0"/>
              <a:t>.</a:t>
            </a:r>
          </a:p>
          <a:p>
            <a:pPr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</a:pPr>
            <a:r>
              <a:rPr lang="en-US" sz="2000" dirty="0"/>
              <a:t>3. </a:t>
            </a:r>
            <a:r>
              <a:rPr lang="en-US" sz="2000" dirty="0" err="1"/>
              <a:t>Desenvolvimento</a:t>
            </a:r>
            <a:r>
              <a:rPr lang="en-US" sz="2000" dirty="0"/>
              <a:t> de </a:t>
            </a:r>
            <a:r>
              <a:rPr lang="en-US" sz="2000" dirty="0" err="1"/>
              <a:t>uma</a:t>
            </a:r>
            <a:r>
              <a:rPr lang="en-US" sz="2000" dirty="0"/>
              <a:t> interface </a:t>
            </a:r>
            <a:r>
              <a:rPr lang="en-US" sz="2000" dirty="0" err="1"/>
              <a:t>gráfica</a:t>
            </a:r>
            <a:r>
              <a:rPr lang="en-US" sz="2000" dirty="0"/>
              <a:t> (JavaFX) </a:t>
            </a:r>
            <a:r>
              <a:rPr lang="en-US" sz="2000" dirty="0" err="1"/>
              <a:t>reativa</a:t>
            </a:r>
            <a:r>
              <a:rPr lang="en-US" sz="2000" dirty="0"/>
              <a:t>, </a:t>
            </a:r>
            <a:r>
              <a:rPr lang="en-US" sz="2000" dirty="0" err="1"/>
              <a:t>intuitiva</a:t>
            </a:r>
            <a:r>
              <a:rPr lang="en-US" sz="2000" dirty="0"/>
              <a:t> e </a:t>
            </a:r>
            <a:r>
              <a:rPr lang="en-US" sz="2000" dirty="0" err="1"/>
              <a:t>consistente</a:t>
            </a:r>
            <a:r>
              <a:rPr lang="en-US" sz="2000" dirty="0"/>
              <a:t> para </a:t>
            </a:r>
            <a:r>
              <a:rPr lang="en-US" sz="2000" dirty="0" err="1"/>
              <a:t>Docentes</a:t>
            </a:r>
            <a:r>
              <a:rPr lang="en-US" sz="2000" dirty="0"/>
              <a:t> e Estudantes.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0E262-1F5B-56F6-0239-9B9B4B3B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66A2062E-5FA7-F7DC-C8B0-1F9B06434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A4816443-78AC-8E6D-2759-E298109B6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4B7A87-F0D1-B4CC-1523-2AA3EE7C0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B8E3DD7-22F1-301C-DB58-48F8FE425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30" y="2001142"/>
            <a:ext cx="7696190" cy="33396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</a:pPr>
            <a:r>
              <a:rPr lang="en-US" sz="2000" b="1" dirty="0" err="1"/>
              <a:t>Principais</a:t>
            </a:r>
            <a:r>
              <a:rPr lang="en-US" sz="2000" b="1" dirty="0"/>
              <a:t> </a:t>
            </a:r>
            <a:r>
              <a:rPr lang="en-US" sz="2000" b="1" dirty="0" err="1"/>
              <a:t>Aprendizagens</a:t>
            </a:r>
            <a:endParaRPr lang="en-US" sz="2000" b="1" dirty="0"/>
          </a:p>
          <a:p>
            <a:pPr marL="114300" indent="-3429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Gestão</a:t>
            </a:r>
            <a:r>
              <a:rPr lang="en-US" sz="2000" dirty="0"/>
              <a:t> </a:t>
            </a:r>
            <a:r>
              <a:rPr lang="en-US" sz="2000" dirty="0" err="1"/>
              <a:t>avançada</a:t>
            </a:r>
            <a:r>
              <a:rPr lang="en-US" sz="2000" dirty="0"/>
              <a:t> de Threads e </a:t>
            </a:r>
            <a:r>
              <a:rPr lang="en-US" sz="2000" dirty="0" err="1"/>
              <a:t>Concorrência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Java, </a:t>
            </a:r>
            <a:r>
              <a:rPr lang="en-US" sz="2000" dirty="0" err="1"/>
              <a:t>incluindo</a:t>
            </a:r>
            <a:r>
              <a:rPr lang="en-US" sz="2000" dirty="0"/>
              <a:t> </a:t>
            </a:r>
            <a:r>
              <a:rPr lang="en-US" sz="2000" dirty="0" err="1"/>
              <a:t>coordenação</a:t>
            </a:r>
            <a:r>
              <a:rPr lang="en-US" sz="2000" dirty="0"/>
              <a:t> entre </a:t>
            </a:r>
            <a:r>
              <a:rPr lang="en-US" sz="2000" dirty="0" err="1"/>
              <a:t>múltiplos</a:t>
            </a:r>
            <a:r>
              <a:rPr lang="en-US" sz="2000" dirty="0"/>
              <a:t> </a:t>
            </a:r>
            <a:r>
              <a:rPr lang="en-US" sz="2000" dirty="0" err="1"/>
              <a:t>clientes</a:t>
            </a:r>
            <a:r>
              <a:rPr lang="en-US" sz="2000" dirty="0"/>
              <a:t> e </a:t>
            </a:r>
            <a:r>
              <a:rPr lang="en-US" sz="2000" dirty="0" err="1"/>
              <a:t>operações</a:t>
            </a:r>
            <a:r>
              <a:rPr lang="en-US" sz="2000" dirty="0"/>
              <a:t> </a:t>
            </a:r>
            <a:r>
              <a:rPr lang="en-US" sz="2000" dirty="0" err="1"/>
              <a:t>simultâneas</a:t>
            </a:r>
            <a:r>
              <a:rPr lang="en-US" sz="2000" dirty="0"/>
              <a:t>.</a:t>
            </a:r>
          </a:p>
          <a:p>
            <a:pPr marL="114300" indent="-3429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Mecanismos</a:t>
            </a:r>
            <a:r>
              <a:rPr lang="en-US" sz="2000" dirty="0"/>
              <a:t> de </a:t>
            </a:r>
            <a:r>
              <a:rPr lang="en-US" sz="2000" dirty="0" err="1"/>
              <a:t>sincronização</a:t>
            </a:r>
            <a:r>
              <a:rPr lang="en-US" sz="2000" dirty="0"/>
              <a:t> e </a:t>
            </a:r>
            <a:r>
              <a:rPr lang="en-US" sz="2000" dirty="0" err="1"/>
              <a:t>consistência</a:t>
            </a:r>
            <a:r>
              <a:rPr lang="en-US" sz="2000" dirty="0"/>
              <a:t> de </a:t>
            </a:r>
            <a:r>
              <a:rPr lang="en-US" sz="2000" dirty="0" err="1"/>
              <a:t>estado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clusters </a:t>
            </a:r>
            <a:r>
              <a:rPr lang="en-US" sz="2000" dirty="0" err="1"/>
              <a:t>distribuídos</a:t>
            </a:r>
            <a:r>
              <a:rPr lang="en-US" sz="2000" dirty="0"/>
              <a:t>.</a:t>
            </a:r>
          </a:p>
          <a:p>
            <a:pPr marL="114300" indent="-342900" algn="just" defTabSz="914400">
              <a:lnSpc>
                <a:spcPct val="90000"/>
              </a:lnSpc>
              <a:spcAft>
                <a:spcPts val="600"/>
              </a:spcAft>
              <a:buClr>
                <a:srgbClr val="FF7A00"/>
              </a:buClr>
              <a:buFont typeface="Arial" panose="020B0604020202020204" pitchFamily="34" charset="0"/>
              <a:buChar char="•"/>
            </a:pPr>
            <a:r>
              <a:rPr lang="en-US" sz="2000" dirty="0" err="1"/>
              <a:t>Conceção</a:t>
            </a:r>
            <a:r>
              <a:rPr lang="en-US" sz="2000" dirty="0"/>
              <a:t> modular da </a:t>
            </a:r>
            <a:r>
              <a:rPr lang="en-US" sz="2000" dirty="0" err="1"/>
              <a:t>aplicação</a:t>
            </a:r>
            <a:r>
              <a:rPr lang="en-US" sz="2000" dirty="0"/>
              <a:t>, com </a:t>
            </a:r>
            <a:r>
              <a:rPr lang="en-US" sz="2000" dirty="0" err="1"/>
              <a:t>clara</a:t>
            </a:r>
            <a:r>
              <a:rPr lang="en-US" sz="2000" dirty="0"/>
              <a:t> </a:t>
            </a:r>
            <a:r>
              <a:rPr lang="en-US" sz="2000" dirty="0" err="1"/>
              <a:t>separação</a:t>
            </a:r>
            <a:r>
              <a:rPr lang="en-US" sz="2000" dirty="0"/>
              <a:t> entre </a:t>
            </a:r>
            <a:r>
              <a:rPr lang="en-US" sz="2000" dirty="0" err="1"/>
              <a:t>Lógica</a:t>
            </a:r>
            <a:r>
              <a:rPr lang="en-US" sz="2000" dirty="0"/>
              <a:t> de </a:t>
            </a:r>
            <a:r>
              <a:rPr lang="en-US" sz="2000" dirty="0" err="1"/>
              <a:t>Negócio</a:t>
            </a:r>
            <a:r>
              <a:rPr lang="en-US" sz="2000" dirty="0"/>
              <a:t>, Interface Gráfica e </a:t>
            </a:r>
            <a:r>
              <a:rPr lang="en-US" sz="2000" dirty="0" err="1"/>
              <a:t>Acesso</a:t>
            </a:r>
            <a:r>
              <a:rPr lang="en-US" sz="2000" dirty="0"/>
              <a:t> a Dados, </a:t>
            </a:r>
            <a:r>
              <a:rPr lang="en-US" sz="2000" dirty="0" err="1"/>
              <a:t>facilitando</a:t>
            </a:r>
            <a:r>
              <a:rPr lang="en-US" sz="2000" dirty="0"/>
              <a:t> </a:t>
            </a:r>
            <a:r>
              <a:rPr lang="en-US" sz="2000" dirty="0" err="1"/>
              <a:t>manutenção</a:t>
            </a:r>
            <a:r>
              <a:rPr lang="en-US" sz="2000" dirty="0"/>
              <a:t> e </a:t>
            </a:r>
            <a:r>
              <a:rPr lang="en-US" sz="2000" dirty="0" err="1"/>
              <a:t>evolução</a:t>
            </a:r>
            <a:r>
              <a:rPr lang="en-US" sz="2000" dirty="0"/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81675E-33BE-FB34-984C-366552EFF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30" y="654967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FF7A00"/>
                </a:solidFill>
              </a:defRPr>
            </a:pPr>
            <a:r>
              <a:rPr lang="en-US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Conclusão</a:t>
            </a:r>
            <a:endParaRPr lang="en-US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405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2136</Words>
  <Application>Microsoft Office PowerPoint</Application>
  <PresentationFormat>On-screen Show (4:3)</PresentationFormat>
  <Paragraphs>294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Calibri</vt:lpstr>
      <vt:lpstr>Courier New</vt:lpstr>
      <vt:lpstr>Office Theme</vt:lpstr>
      <vt:lpstr>PowerPoint Presentation</vt:lpstr>
      <vt:lpstr>Introdução</vt:lpstr>
      <vt:lpstr>Arquitetura Geral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Persistência e Consistência</vt:lpstr>
      <vt:lpstr>PowerPoint Presentation</vt:lpstr>
      <vt:lpstr>PowerPoint Presentation</vt:lpstr>
      <vt:lpstr>Protocolos</vt:lpstr>
      <vt:lpstr>PowerPoint Presentation</vt:lpstr>
      <vt:lpstr>Funcionalidades Docente</vt:lpstr>
      <vt:lpstr>Funcionalidades Docente</vt:lpstr>
      <vt:lpstr>Funcionalidades Estudante</vt:lpstr>
      <vt:lpstr>Funcionalidades Estudante</vt:lpstr>
      <vt:lpstr>Objetivo da API REST</vt:lpstr>
      <vt:lpstr>PowerPoint Presentation</vt:lpstr>
      <vt:lpstr>Definição da API REST (Planeamento)</vt:lpstr>
      <vt:lpstr>Interface RMI (Planeamento)</vt:lpstr>
      <vt:lpstr>DTOs (Data Transfer Objects)</vt:lpstr>
      <vt:lpstr>Decisões, Justificações e Limitações</vt:lpstr>
      <vt:lpstr>Decisões, Justificações e Limitações</vt:lpstr>
      <vt:lpstr>PowerPoint Presentation</vt:lpstr>
      <vt:lpstr>PowerPoint Presentation</vt:lpstr>
      <vt:lpstr>PowerPoint Presentation</vt:lpstr>
      <vt:lpstr>Conclusão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Evilania Lima</dc:creator>
  <cp:keywords/>
  <dc:description>generated using python-pptx</dc:description>
  <cp:lastModifiedBy>Evilania Oliveira Lima</cp:lastModifiedBy>
  <cp:revision>133</cp:revision>
  <dcterms:created xsi:type="dcterms:W3CDTF">2013-01-27T09:14:16Z</dcterms:created>
  <dcterms:modified xsi:type="dcterms:W3CDTF">2025-12-07T00:11:40Z</dcterms:modified>
  <cp:category/>
</cp:coreProperties>
</file>